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Figtree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Montserrat ExtraBold"/>
      <p:bold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02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font" Target="fonts/Figtree-regular.fntdata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italic.fntdata"/><Relationship Id="rId25" Type="http://schemas.openxmlformats.org/officeDocument/2006/relationships/font" Target="fonts/Figtree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Figtre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a93148a514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a93148a514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sushruti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0f9e629e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0f9e629e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Sushruti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4459266da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4459266da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 are NephroAnalytics. We are an up and coming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Consulting team specializing in finding early onset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kidney disease from existing labwork. We are working to build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models to </a:t>
            </a:r>
            <a:r>
              <a:rPr lang="en" sz="1400"/>
              <a:t>accurately</a:t>
            </a:r>
            <a:r>
              <a:rPr lang="en" sz="1400"/>
              <a:t> predict if someone is likely to be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diagnosed with Kidney Disease from features like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their blood pressure and urine samples. We hope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to help those at risk start </a:t>
            </a:r>
            <a:r>
              <a:rPr lang="en" sz="1400"/>
              <a:t>preventative</a:t>
            </a:r>
            <a:r>
              <a:rPr lang="en" sz="1400"/>
              <a:t> care before its too late. </a:t>
            </a:r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c7b20420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c7b20420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7b204206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c7b20420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c7b204206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c7b204206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Sushruri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"Over half our rows had at least one missing value. Dropping them wasn't an option — we'd be left with 158 patients.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The key insight is that features don't behave the same across groups. Blood urea, for example, has a median of 53 in CKD patients and 33 in non-CKD. If you impute with one overall median, you're actively destroying the signal the model needs.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So we imputed by group — CKD rows get the CKD median, non-CKD rows get the non-CKD median. The result is 400 complete rows with the clinical differences preserved."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“This dataset had a serious missing data problem — 1,009 missing cells across 242 of the 400 patient records, meaning more than half were incomplete.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Simply dropping incomplete rows would leave us with only 158 patients, far too few to train a reliable model. And simple imputation — like using a single overall median — wouldn’t work either, because feature values differ significantly between CKD and non-CKD patients.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AF9F5"/>
                </a:solidFill>
                <a:highlight>
                  <a:srgbClr val="262624"/>
                </a:highlight>
                <a:latin typeface="Georgia"/>
                <a:ea typeface="Georgia"/>
                <a:cs typeface="Georgia"/>
                <a:sym typeface="Georgia"/>
              </a:rPr>
              <a:t>For example, Blood Urea: the median for CKD patients is 53.0, while for non-CKD patients it’s 33.0. Using one overall median would blur that difference and weaken the signal our model depends on.</a:t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9F5"/>
              </a:solidFill>
              <a:highlight>
                <a:srgbClr val="262624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7b204206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c7b20420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Sushruti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Why Group-Based Imputation Works: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 fill CKD rows with the CKD median and non-CKD rows with the non-CKD median.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preserves the </a:t>
            </a:r>
            <a:r>
              <a:rPr b="1" lang="en">
                <a:solidFill>
                  <a:schemeClr val="dk1"/>
                </a:solidFill>
              </a:rPr>
              <a:t>true distribution of each group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differences between CKD and non-CKD patients remain intact, giving the model the </a:t>
            </a:r>
            <a:r>
              <a:rPr b="1" lang="en">
                <a:solidFill>
                  <a:schemeClr val="dk1"/>
                </a:solidFill>
              </a:rPr>
              <a:t>signal it needs to separate the groups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Clinical Rationale for Group-Based Imputation: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we were to impute missing values using a single overall median, we’d artificially “normalize” CKD patient values toward the healthy population, </a:t>
            </a:r>
            <a:r>
              <a:rPr b="1" lang="en">
                <a:solidFill>
                  <a:schemeClr val="dk1"/>
                </a:solidFill>
              </a:rPr>
              <a:t>masking clinically relevant abnormalities</a:t>
            </a:r>
            <a:r>
              <a:rPr lang="en">
                <a:solidFill>
                  <a:schemeClr val="dk1"/>
                </a:solidFill>
              </a:rPr>
              <a:t>. Clinically, this is critical because predictive models are only useful if they </a:t>
            </a:r>
            <a:r>
              <a:rPr b="1" lang="en">
                <a:solidFill>
                  <a:schemeClr val="dk1"/>
                </a:solidFill>
              </a:rPr>
              <a:t>reflect actual differences between diseased and healthy patients</a:t>
            </a:r>
            <a:r>
              <a:rPr lang="en">
                <a:solidFill>
                  <a:schemeClr val="dk1"/>
                </a:solidFill>
              </a:rPr>
              <a:t>, rather than artifacts of how we handle missing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Step-by-step: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groupby('classification')</a:t>
            </a:r>
            <a:b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 Splits the data into two groups: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CKD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non-CKD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['hemoglobin']</a:t>
            </a:r>
            <a:b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 Focuses only on the hemoglobin column.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transform(...)</a:t>
            </a:r>
            <a:b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 Applies something to each group but keeps the dataframe the same size.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4️⃣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lambda x: x.fillna(x.median())</a:t>
            </a:r>
            <a:b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 For each group: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Find that group’s median hemoglobin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Replace missing values in that group with that median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c7b204206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c7b204206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Roschelle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c7b204206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c7b204206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Roschelle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c7b204206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c7b204206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“We calculated the age distribution and CKD rates using </a:t>
            </a:r>
            <a:r>
              <a:rPr b="1" lang="en">
                <a:solidFill>
                  <a:schemeClr val="dk1"/>
                </a:solidFill>
              </a:rPr>
              <a:t>pandas</a:t>
            </a:r>
            <a:r>
              <a:rPr lang="en">
                <a:solidFill>
                  <a:schemeClr val="dk1"/>
                </a:solidFill>
              </a:rPr>
              <a:t>. First, we categorized patients into age groups: Young (0–29), Adult (30–44), Middle-Aged (45–59), Senior (60–74), and Elderly (75+). Then, we used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groupby</a:t>
            </a:r>
            <a:r>
              <a:rPr lang="en">
                <a:solidFill>
                  <a:schemeClr val="dk1"/>
                </a:solidFill>
              </a:rPr>
              <a:t> on the age category and calculated counts and CKD percentages using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value_counts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r>
              <a:rPr lang="en">
                <a:solidFill>
                  <a:schemeClr val="dk1"/>
                </a:solidFill>
              </a:rPr>
              <a:t> on the CKD column, since CKD was encoded as 1 for positive and 0 for negative. This allowed us to easily see both how many patients were in each age group and the proportion of CKD cases in each group.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dataset shows that most patients are middle-aged or older, with Seniors (60–74) being the largest group at 131 patients, followed by Middle-Aged adults (45–59) at 126. The youngest (0–29) and Elderly (75+) patients are underrepresented, with only 44 and 20 patients respectively. CKD rates rise sharply with age: Adults (30–44) have the lowest rate at 31.4%, more than doubling in the Middle-Aged group to 65.2%, and peaking among Seniors at 78.6%. Young patients show a 50% CKD rate, but this is likely </a:t>
            </a:r>
            <a:r>
              <a:rPr b="1" lang="en">
                <a:solidFill>
                  <a:schemeClr val="dk1"/>
                </a:solidFill>
              </a:rPr>
              <a:t>skewed by the small sample size</a:t>
            </a:r>
            <a:r>
              <a:rPr lang="en">
                <a:solidFill>
                  <a:schemeClr val="dk1"/>
                </a:solidFill>
              </a:rPr>
              <a:t> — a few congenital or genetic CKD cases can inflate the percentage, rather than reflecting a true population-level risk. Clinically, this pattern aligns with expectations: kidney function naturally declines by about 1 mL/min per year after age 40. The slight dip from Seniors to Elderly (78.6% → 75%) likely reflects survivor bias, where the sickest patients do not survive into the oldest age group.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c7b204206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c7b204206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c7b204206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c7b204206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c7b204206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c7b204206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c7b204206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c7b204206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Grayson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The CKD triad refers to the close relationship between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diabetes, hypertension, and chronic kidney disease. Diabetes and hypertension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both damage the kidneys—diabetes affects the kidney filters,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and hypertension damages kidney blood vessels.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Once CKD develops, the kidneys can’t remove fluid effectively,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which raises blood pressure and creates a feedback loop with hypertension.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CKD also reduces erythropoietin, leading to anemia, which means less oxygen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is delivered to organs which worsens all 3 conditions.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The key takeaway is that if someone has one of these conditions, they’re very likely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at risk for the others, which makes early detection critical.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100% of the patients who had diabetes OR hypertenstion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also tested postive for Chronic Kidney Disease.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We took the number of CKD patients in each group and divided it by the total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number of patients in that group. For example, with hypertension — there are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147 patients with hypertension, and 147 of them have CKD. 147 divided by 147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is 100%. For patients without hypertension, 103 out of 251 have CKD and 103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divided by 251 is 41%. The bar chart is showing  a fraction turned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 into a percentage for each group.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We wrote a function called ckd_rate_bar that takes in a column name, groups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patients by yes or no, calculates the CKD rate for each group, and plots it.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Then we just called it three times with different columns — htn, dm, ane —   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instead of writing the same groupby and bar chart code three times.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c7b204206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c7b204206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Grayson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Our recommendations come down to using data that doctors are already      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collecting. Blood pressure, blood urea, creatinine, glucose, hemoglobin —  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these are all part of routine lab work. CKD screening is just a blood test and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a urine test. The problem isn't that the data doesn't exist, it's that no one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is connecting the dots automatically. Every patient with blood pressure over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90 in our dataset had CKD. Every diabetic patient had CKD. These are simple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flags that a binary classification model could catch from a standard lab panel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without a doctor having to manually review every result. That's what we're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proposing — not new tests, just smarter use of the tests that are already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  being done."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Screen: </a:t>
            </a:r>
            <a:r>
              <a:rPr lang="en" sz="850">
                <a:solidFill>
                  <a:schemeClr val="dk1"/>
                </a:solidFill>
              </a:rPr>
              <a:t>  1. </a:t>
            </a:r>
            <a:r>
              <a:rPr b="1" lang="en" sz="850">
                <a:solidFill>
                  <a:schemeClr val="dk1"/>
                </a:solidFill>
              </a:rPr>
              <a:t>Blood test</a:t>
            </a:r>
            <a:r>
              <a:rPr lang="en" sz="850">
                <a:solidFill>
                  <a:schemeClr val="dk1"/>
                </a:solidFill>
              </a:rPr>
              <a:t> — checks creatinine levels to estimate how well your kidneys are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 filtering (called GFR)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2. </a:t>
            </a:r>
            <a:r>
              <a:rPr b="1" lang="en" sz="850">
                <a:solidFill>
                  <a:schemeClr val="dk1"/>
                </a:solidFill>
              </a:rPr>
              <a:t>Urine</a:t>
            </a:r>
            <a:r>
              <a:rPr lang="en" sz="850">
                <a:solidFill>
                  <a:schemeClr val="dk1"/>
                </a:solidFill>
              </a:rPr>
              <a:t> </a:t>
            </a:r>
            <a:r>
              <a:rPr b="1" lang="en" sz="850">
                <a:solidFill>
                  <a:schemeClr val="dk1"/>
                </a:solidFill>
              </a:rPr>
              <a:t>test</a:t>
            </a:r>
            <a:r>
              <a:rPr lang="en" sz="850">
                <a:solidFill>
                  <a:schemeClr val="dk1"/>
                </a:solidFill>
              </a:rPr>
              <a:t> — checks for albumin (protein) leaking into urine, which means  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the kidney filters are damaged                                                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Both are part of routine lab work. That's the whole point of our project — the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 data to catch CKD early already exists in standard bloodwork. A model just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  needs to flag who's at risk.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7b204206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c7b204206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roschelle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c7b204206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c7b204206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shiroz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1258269c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1258269c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536375"/>
            <a:ext cx="44565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192525"/>
            <a:ext cx="44565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235750" y="-272575"/>
            <a:ext cx="13779952" cy="5585849"/>
            <a:chOff x="-235750" y="-272575"/>
            <a:chExt cx="13779952" cy="5585849"/>
          </a:xfrm>
        </p:grpSpPr>
        <p:sp>
          <p:nvSpPr>
            <p:cNvPr id="12" name="Google Shape;12;p2"/>
            <p:cNvSpPr/>
            <p:nvPr/>
          </p:nvSpPr>
          <p:spPr>
            <a:xfrm flipH="1" rot="-5400000">
              <a:off x="1502325" y="1911625"/>
              <a:ext cx="1663574" cy="5139724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 rot="5400000">
              <a:off x="8784726" y="-2729351"/>
              <a:ext cx="2302700" cy="7216252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8100000">
            <a:off x="8178266" y="739726"/>
            <a:ext cx="501269" cy="638428"/>
            <a:chOff x="8095335" y="994316"/>
            <a:chExt cx="501274" cy="638434"/>
          </a:xfrm>
        </p:grpSpPr>
        <p:sp>
          <p:nvSpPr>
            <p:cNvPr id="15" name="Google Shape;15;p2"/>
            <p:cNvSpPr/>
            <p:nvPr/>
          </p:nvSpPr>
          <p:spPr>
            <a:xfrm>
              <a:off x="8095335" y="10681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522809" y="99431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28576" y="1529551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758875" y="2606559"/>
            <a:ext cx="34059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5372200" y="1983138"/>
            <a:ext cx="662400" cy="67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3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1" name="Google Shape;21;p3"/>
          <p:cNvGrpSpPr/>
          <p:nvPr/>
        </p:nvGrpSpPr>
        <p:grpSpPr>
          <a:xfrm>
            <a:off x="-1190217" y="-181051"/>
            <a:ext cx="10416142" cy="6400581"/>
            <a:chOff x="-1190217" y="-181051"/>
            <a:chExt cx="10416142" cy="6400581"/>
          </a:xfrm>
        </p:grpSpPr>
        <p:sp>
          <p:nvSpPr>
            <p:cNvPr id="22" name="Google Shape;22;p3"/>
            <p:cNvSpPr/>
            <p:nvPr/>
          </p:nvSpPr>
          <p:spPr>
            <a:xfrm flipH="1" rot="5400000">
              <a:off x="5464863" y="-1661162"/>
              <a:ext cx="2280951" cy="5241174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rot="-5400002">
              <a:off x="-761931" y="2716278"/>
              <a:ext cx="3074967" cy="3931537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4;p3"/>
          <p:cNvGrpSpPr/>
          <p:nvPr/>
        </p:nvGrpSpPr>
        <p:grpSpPr>
          <a:xfrm>
            <a:off x="2252201" y="994316"/>
            <a:ext cx="6344408" cy="3909700"/>
            <a:chOff x="2252201" y="994316"/>
            <a:chExt cx="6344408" cy="3909700"/>
          </a:xfrm>
        </p:grpSpPr>
        <p:grpSp>
          <p:nvGrpSpPr>
            <p:cNvPr id="25" name="Google Shape;25;p3"/>
            <p:cNvGrpSpPr/>
            <p:nvPr/>
          </p:nvGrpSpPr>
          <p:grpSpPr>
            <a:xfrm>
              <a:off x="2252201" y="4447226"/>
              <a:ext cx="639634" cy="456790"/>
              <a:chOff x="1082101" y="1175951"/>
              <a:chExt cx="639634" cy="45679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1575635" y="11759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1082101" y="139825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1349434" y="15589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9" name="Google Shape;29;p3"/>
            <p:cNvGrpSpPr/>
            <p:nvPr/>
          </p:nvGrpSpPr>
          <p:grpSpPr>
            <a:xfrm>
              <a:off x="8095335" y="994316"/>
              <a:ext cx="501274" cy="638434"/>
              <a:chOff x="8095335" y="994316"/>
              <a:chExt cx="501274" cy="638434"/>
            </a:xfrm>
          </p:grpSpPr>
          <p:sp>
            <p:nvSpPr>
              <p:cNvPr id="30" name="Google Shape;30;p3"/>
              <p:cNvSpPr/>
              <p:nvPr/>
            </p:nvSpPr>
            <p:spPr>
              <a:xfrm>
                <a:off x="8095335" y="1068126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8522809" y="9943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8228576" y="152955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060775"/>
            <a:ext cx="7704000" cy="4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36" name="Google Shape;36;p4"/>
          <p:cNvGrpSpPr/>
          <p:nvPr/>
        </p:nvGrpSpPr>
        <p:grpSpPr>
          <a:xfrm>
            <a:off x="-479476" y="-579324"/>
            <a:ext cx="11398387" cy="6953291"/>
            <a:chOff x="-479476" y="-579324"/>
            <a:chExt cx="11398387" cy="6953291"/>
          </a:xfrm>
        </p:grpSpPr>
        <p:sp>
          <p:nvSpPr>
            <p:cNvPr id="37" name="Google Shape;37;p4"/>
            <p:cNvSpPr/>
            <p:nvPr/>
          </p:nvSpPr>
          <p:spPr>
            <a:xfrm flipH="1" rot="4453101">
              <a:off x="7971679" y="3325130"/>
              <a:ext cx="2355573" cy="3011771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rot="-5400000">
              <a:off x="-344338" y="-714462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p4"/>
          <p:cNvGrpSpPr/>
          <p:nvPr/>
        </p:nvGrpSpPr>
        <p:grpSpPr>
          <a:xfrm rot="3564918">
            <a:off x="7923936" y="4433175"/>
            <a:ext cx="514371" cy="350642"/>
            <a:chOff x="4388598" y="2821314"/>
            <a:chExt cx="369502" cy="251886"/>
          </a:xfrm>
        </p:grpSpPr>
        <p:sp>
          <p:nvSpPr>
            <p:cNvPr id="40" name="Google Shape;40;p4"/>
            <p:cNvSpPr/>
            <p:nvPr/>
          </p:nvSpPr>
          <p:spPr>
            <a:xfrm>
              <a:off x="4653100" y="2968200"/>
              <a:ext cx="105000" cy="10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388598" y="3014056"/>
              <a:ext cx="53100" cy="53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4471024" y="2821314"/>
              <a:ext cx="74100" cy="7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5"/>
          <p:cNvGrpSpPr/>
          <p:nvPr/>
        </p:nvGrpSpPr>
        <p:grpSpPr>
          <a:xfrm>
            <a:off x="-1503966" y="-421950"/>
            <a:ext cx="10896464" cy="6756719"/>
            <a:chOff x="-1503966" y="-421950"/>
            <a:chExt cx="10896464" cy="6756719"/>
          </a:xfrm>
        </p:grpSpPr>
        <p:sp>
          <p:nvSpPr>
            <p:cNvPr id="45" name="Google Shape;45;p5"/>
            <p:cNvSpPr/>
            <p:nvPr/>
          </p:nvSpPr>
          <p:spPr>
            <a:xfrm rot="-5400022">
              <a:off x="-1146129" y="3407976"/>
              <a:ext cx="2568964" cy="3284622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6353195" y="-421950"/>
              <a:ext cx="3039302" cy="3247151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subTitle"/>
          </p:nvPr>
        </p:nvSpPr>
        <p:spPr>
          <a:xfrm>
            <a:off x="4962099" y="2418326"/>
            <a:ext cx="2783700" cy="14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2" type="subTitle"/>
          </p:nvPr>
        </p:nvSpPr>
        <p:spPr>
          <a:xfrm>
            <a:off x="1398195" y="2418326"/>
            <a:ext cx="2783700" cy="14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3" type="subTitle"/>
          </p:nvPr>
        </p:nvSpPr>
        <p:spPr>
          <a:xfrm>
            <a:off x="1398195" y="1924300"/>
            <a:ext cx="2783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4" type="subTitle"/>
          </p:nvPr>
        </p:nvSpPr>
        <p:spPr>
          <a:xfrm>
            <a:off x="4962105" y="1924300"/>
            <a:ext cx="2783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grpSp>
        <p:nvGrpSpPr>
          <p:cNvPr id="52" name="Google Shape;52;p5"/>
          <p:cNvGrpSpPr/>
          <p:nvPr/>
        </p:nvGrpSpPr>
        <p:grpSpPr>
          <a:xfrm>
            <a:off x="373034" y="298926"/>
            <a:ext cx="8050975" cy="4114903"/>
            <a:chOff x="373034" y="298926"/>
            <a:chExt cx="8050975" cy="4114903"/>
          </a:xfrm>
        </p:grpSpPr>
        <p:sp>
          <p:nvSpPr>
            <p:cNvPr id="53" name="Google Shape;53;p5"/>
            <p:cNvSpPr/>
            <p:nvPr/>
          </p:nvSpPr>
          <p:spPr>
            <a:xfrm>
              <a:off x="8098235" y="2989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8350209" y="69446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7545801" y="542076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373034" y="4340029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73910" y="3925364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6"/>
          <p:cNvGrpSpPr/>
          <p:nvPr/>
        </p:nvGrpSpPr>
        <p:grpSpPr>
          <a:xfrm>
            <a:off x="-272903" y="-10238"/>
            <a:ext cx="9416903" cy="5452563"/>
            <a:chOff x="-272903" y="-10238"/>
            <a:chExt cx="9416903" cy="5452563"/>
          </a:xfrm>
        </p:grpSpPr>
        <p:sp>
          <p:nvSpPr>
            <p:cNvPr id="60" name="Google Shape;60;p6"/>
            <p:cNvSpPr/>
            <p:nvPr/>
          </p:nvSpPr>
          <p:spPr>
            <a:xfrm flipH="1" rot="5400000">
              <a:off x="7345925" y="-717838"/>
              <a:ext cx="1090475" cy="2505676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 rot="10800000">
              <a:off x="-272903" y="3186125"/>
              <a:ext cx="1976026" cy="2256200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757909" y="483401"/>
            <a:ext cx="8155476" cy="4504951"/>
            <a:chOff x="757909" y="483401"/>
            <a:chExt cx="8155476" cy="4504951"/>
          </a:xfrm>
        </p:grpSpPr>
        <p:sp>
          <p:nvSpPr>
            <p:cNvPr id="63" name="Google Shape;63;p6"/>
            <p:cNvSpPr/>
            <p:nvPr/>
          </p:nvSpPr>
          <p:spPr>
            <a:xfrm>
              <a:off x="8767285" y="6583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8428909" y="94391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8502701" y="483401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757909" y="442526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929410" y="484225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8" name="Google Shape;6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065850" y="151555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2" type="pic"/>
          </p:nvPr>
        </p:nvSpPr>
        <p:spPr>
          <a:xfrm>
            <a:off x="4572000" y="1481825"/>
            <a:ext cx="3699600" cy="2643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73" name="Google Shape;73;p7"/>
          <p:cNvGrpSpPr/>
          <p:nvPr/>
        </p:nvGrpSpPr>
        <p:grpSpPr>
          <a:xfrm>
            <a:off x="5606251" y="-1170562"/>
            <a:ext cx="4553501" cy="6314061"/>
            <a:chOff x="5606251" y="-1170562"/>
            <a:chExt cx="4553501" cy="6314061"/>
          </a:xfrm>
        </p:grpSpPr>
        <p:sp>
          <p:nvSpPr>
            <p:cNvPr id="74" name="Google Shape;74;p7"/>
            <p:cNvSpPr/>
            <p:nvPr/>
          </p:nvSpPr>
          <p:spPr>
            <a:xfrm rot="5400000">
              <a:off x="6605314" y="2604813"/>
              <a:ext cx="1539624" cy="3537749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rot="5399997">
              <a:off x="7265776" y="-1524361"/>
              <a:ext cx="2540176" cy="3247774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7"/>
          <p:cNvGrpSpPr/>
          <p:nvPr/>
        </p:nvGrpSpPr>
        <p:grpSpPr>
          <a:xfrm>
            <a:off x="5724334" y="733076"/>
            <a:ext cx="2895825" cy="4085924"/>
            <a:chOff x="5724334" y="733076"/>
            <a:chExt cx="2895825" cy="4085924"/>
          </a:xfrm>
        </p:grpSpPr>
        <p:sp>
          <p:nvSpPr>
            <p:cNvPr id="77" name="Google Shape;77;p7"/>
            <p:cNvSpPr/>
            <p:nvPr/>
          </p:nvSpPr>
          <p:spPr>
            <a:xfrm>
              <a:off x="6626935" y="44984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5724334" y="453456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6258276" y="4715801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8546359" y="107304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8271610" y="73307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4733200" y="12133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 b="0" sz="35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4" name="Google Shape;84;p8"/>
          <p:cNvSpPr/>
          <p:nvPr/>
        </p:nvSpPr>
        <p:spPr>
          <a:xfrm>
            <a:off x="4841750" y="1107350"/>
            <a:ext cx="385200" cy="154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-2178300" y="-234199"/>
            <a:ext cx="11948472" cy="7245272"/>
            <a:chOff x="-2178300" y="-234199"/>
            <a:chExt cx="11948472" cy="7245272"/>
          </a:xfrm>
        </p:grpSpPr>
        <p:sp>
          <p:nvSpPr>
            <p:cNvPr id="86" name="Google Shape;86;p8"/>
            <p:cNvSpPr/>
            <p:nvPr/>
          </p:nvSpPr>
          <p:spPr>
            <a:xfrm rot="-5400000">
              <a:off x="1154276" y="-1746924"/>
              <a:ext cx="2331224" cy="5356674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rot="9599194">
              <a:off x="-1514823" y="1876399"/>
              <a:ext cx="4016446" cy="4585849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6599611">
              <a:off x="7554503" y="4386897"/>
              <a:ext cx="2125961" cy="1679714"/>
            </a:xfrm>
            <a:custGeom>
              <a:rect b="b" l="l" r="r" t="t"/>
              <a:pathLst>
                <a:path extrusionOk="0" h="831" w="1052">
                  <a:moveTo>
                    <a:pt x="35" y="253"/>
                  </a:moveTo>
                  <a:cubicBezTo>
                    <a:pt x="54" y="195"/>
                    <a:pt x="98" y="148"/>
                    <a:pt x="153" y="123"/>
                  </a:cubicBezTo>
                  <a:cubicBezTo>
                    <a:pt x="264" y="71"/>
                    <a:pt x="500" y="0"/>
                    <a:pt x="733" y="177"/>
                  </a:cubicBezTo>
                  <a:cubicBezTo>
                    <a:pt x="1052" y="418"/>
                    <a:pt x="878" y="811"/>
                    <a:pt x="581" y="827"/>
                  </a:cubicBezTo>
                  <a:cubicBezTo>
                    <a:pt x="493" y="831"/>
                    <a:pt x="414" y="801"/>
                    <a:pt x="362" y="729"/>
                  </a:cubicBezTo>
                  <a:cubicBezTo>
                    <a:pt x="326" y="678"/>
                    <a:pt x="313" y="616"/>
                    <a:pt x="283" y="562"/>
                  </a:cubicBezTo>
                  <a:cubicBezTo>
                    <a:pt x="255" y="513"/>
                    <a:pt x="217" y="503"/>
                    <a:pt x="166" y="485"/>
                  </a:cubicBezTo>
                  <a:cubicBezTo>
                    <a:pt x="69" y="449"/>
                    <a:pt x="0" y="358"/>
                    <a:pt x="35" y="2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464473" y="468916"/>
            <a:ext cx="2302263" cy="4420100"/>
            <a:chOff x="464473" y="468916"/>
            <a:chExt cx="2302263" cy="4420100"/>
          </a:xfrm>
        </p:grpSpPr>
        <p:grpSp>
          <p:nvGrpSpPr>
            <p:cNvPr id="90" name="Google Shape;90;p8"/>
            <p:cNvGrpSpPr/>
            <p:nvPr/>
          </p:nvGrpSpPr>
          <p:grpSpPr>
            <a:xfrm>
              <a:off x="2127101" y="4432226"/>
              <a:ext cx="639634" cy="456790"/>
              <a:chOff x="1306651" y="2395201"/>
              <a:chExt cx="639634" cy="456790"/>
            </a:xfrm>
          </p:grpSpPr>
          <p:sp>
            <p:nvSpPr>
              <p:cNvPr id="91" name="Google Shape;91;p8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2" name="Google Shape;92;p8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4" name="Google Shape;94;p8"/>
            <p:cNvGrpSpPr/>
            <p:nvPr/>
          </p:nvGrpSpPr>
          <p:grpSpPr>
            <a:xfrm>
              <a:off x="464473" y="468916"/>
              <a:ext cx="501274" cy="638434"/>
              <a:chOff x="2405110" y="1467841"/>
              <a:chExt cx="501274" cy="638434"/>
            </a:xfrm>
          </p:grpSpPr>
          <p:sp>
            <p:nvSpPr>
              <p:cNvPr id="95" name="Google Shape;95;p8"/>
              <p:cNvSpPr/>
              <p:nvPr/>
            </p:nvSpPr>
            <p:spPr>
              <a:xfrm>
                <a:off x="2405110" y="15416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2832584" y="14678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2538351" y="20030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8" name="Google Shape;98;p8"/>
          <p:cNvGrpSpPr/>
          <p:nvPr/>
        </p:nvGrpSpPr>
        <p:grpSpPr>
          <a:xfrm>
            <a:off x="961951" y="1507919"/>
            <a:ext cx="3103024" cy="2635053"/>
            <a:chOff x="961951" y="1507919"/>
            <a:chExt cx="3103024" cy="2635053"/>
          </a:xfrm>
        </p:grpSpPr>
        <p:grpSp>
          <p:nvGrpSpPr>
            <p:cNvPr id="99" name="Google Shape;99;p8"/>
            <p:cNvGrpSpPr/>
            <p:nvPr/>
          </p:nvGrpSpPr>
          <p:grpSpPr>
            <a:xfrm>
              <a:off x="961951" y="1507919"/>
              <a:ext cx="2770123" cy="1985047"/>
              <a:chOff x="3474451" y="2933394"/>
              <a:chExt cx="2770123" cy="1985047"/>
            </a:xfrm>
          </p:grpSpPr>
          <p:grpSp>
            <p:nvGrpSpPr>
              <p:cNvPr id="100" name="Google Shape;100;p8"/>
              <p:cNvGrpSpPr/>
              <p:nvPr/>
            </p:nvGrpSpPr>
            <p:grpSpPr>
              <a:xfrm>
                <a:off x="3474451" y="2933394"/>
                <a:ext cx="1469183" cy="1985047"/>
                <a:chOff x="2478051" y="2893856"/>
                <a:chExt cx="1469183" cy="1985047"/>
              </a:xfrm>
            </p:grpSpPr>
            <p:sp>
              <p:nvSpPr>
                <p:cNvPr id="101" name="Google Shape;101;p8"/>
                <p:cNvSpPr/>
                <p:nvPr/>
              </p:nvSpPr>
              <p:spPr>
                <a:xfrm>
                  <a:off x="3751831" y="4858734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8"/>
                <p:cNvSpPr/>
                <p:nvPr/>
              </p:nvSpPr>
              <p:spPr>
                <a:xfrm>
                  <a:off x="2478051" y="3368926"/>
                  <a:ext cx="437600" cy="719550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8"/>
                <p:cNvSpPr/>
                <p:nvPr/>
              </p:nvSpPr>
              <p:spPr>
                <a:xfrm>
                  <a:off x="3400203" y="3522882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8"/>
                <p:cNvSpPr/>
                <p:nvPr/>
              </p:nvSpPr>
              <p:spPr>
                <a:xfrm>
                  <a:off x="3430454" y="3646418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8"/>
                <p:cNvSpPr/>
                <p:nvPr/>
              </p:nvSpPr>
              <p:spPr>
                <a:xfrm>
                  <a:off x="3430454" y="3432121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3473309" y="3463636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8"/>
                <p:cNvSpPr/>
                <p:nvPr/>
              </p:nvSpPr>
              <p:spPr>
                <a:xfrm>
                  <a:off x="2706961" y="2893856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8"/>
                <p:cNvSpPr/>
                <p:nvPr/>
              </p:nvSpPr>
              <p:spPr>
                <a:xfrm>
                  <a:off x="2778807" y="2954364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8"/>
                <p:cNvSpPr/>
                <p:nvPr/>
              </p:nvSpPr>
              <p:spPr>
                <a:xfrm>
                  <a:off x="2998123" y="3265725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8"/>
                <p:cNvSpPr/>
                <p:nvPr/>
              </p:nvSpPr>
              <p:spPr>
                <a:xfrm>
                  <a:off x="2990561" y="3256901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8"/>
                <p:cNvSpPr/>
                <p:nvPr/>
              </p:nvSpPr>
              <p:spPr>
                <a:xfrm>
                  <a:off x="3051062" y="3311106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8"/>
                <p:cNvSpPr/>
                <p:nvPr/>
              </p:nvSpPr>
              <p:spPr>
                <a:xfrm>
                  <a:off x="3352306" y="3168661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8"/>
                <p:cNvSpPr/>
                <p:nvPr/>
              </p:nvSpPr>
              <p:spPr>
                <a:xfrm>
                  <a:off x="3352306" y="3181267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8"/>
                <p:cNvSpPr/>
                <p:nvPr/>
              </p:nvSpPr>
              <p:spPr>
                <a:xfrm>
                  <a:off x="3134251" y="3191352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8"/>
                <p:cNvSpPr/>
                <p:nvPr/>
              </p:nvSpPr>
              <p:spPr>
                <a:xfrm>
                  <a:off x="3140553" y="3246817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p8"/>
                <p:cNvSpPr/>
                <p:nvPr/>
              </p:nvSpPr>
              <p:spPr>
                <a:xfrm>
                  <a:off x="2969133" y="3301021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" name="Google Shape;117;p8"/>
                <p:cNvSpPr/>
                <p:nvPr/>
              </p:nvSpPr>
              <p:spPr>
                <a:xfrm>
                  <a:off x="2976695" y="3340099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8"/>
                <p:cNvSpPr/>
                <p:nvPr/>
              </p:nvSpPr>
              <p:spPr>
                <a:xfrm>
                  <a:off x="2912413" y="3507755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" name="Google Shape;119;p8"/>
                <p:cNvSpPr/>
                <p:nvPr/>
              </p:nvSpPr>
              <p:spPr>
                <a:xfrm>
                  <a:off x="2926278" y="3522882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0;p8"/>
                <p:cNvSpPr/>
                <p:nvPr/>
              </p:nvSpPr>
              <p:spPr>
                <a:xfrm>
                  <a:off x="2926278" y="3719532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p8"/>
                <p:cNvSpPr/>
                <p:nvPr/>
              </p:nvSpPr>
              <p:spPr>
                <a:xfrm>
                  <a:off x="2969133" y="3728356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8"/>
                <p:cNvSpPr/>
                <p:nvPr/>
              </p:nvSpPr>
              <p:spPr>
                <a:xfrm>
                  <a:off x="3005686" y="3928787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8"/>
                <p:cNvSpPr/>
                <p:nvPr/>
              </p:nvSpPr>
              <p:spPr>
                <a:xfrm>
                  <a:off x="3063666" y="3936351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8"/>
                <p:cNvSpPr/>
                <p:nvPr/>
              </p:nvSpPr>
              <p:spPr>
                <a:xfrm>
                  <a:off x="3136772" y="4077535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8"/>
                <p:cNvSpPr/>
                <p:nvPr/>
              </p:nvSpPr>
              <p:spPr>
                <a:xfrm>
                  <a:off x="3184668" y="4083838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8"/>
                <p:cNvSpPr/>
                <p:nvPr/>
              </p:nvSpPr>
              <p:spPr>
                <a:xfrm>
                  <a:off x="3324577" y="4189726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8"/>
                <p:cNvSpPr/>
                <p:nvPr/>
              </p:nvSpPr>
              <p:spPr>
                <a:xfrm>
                  <a:off x="3351046" y="4193508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" name="Google Shape;128;p8"/>
                <p:cNvSpPr/>
                <p:nvPr/>
              </p:nvSpPr>
              <p:spPr>
                <a:xfrm>
                  <a:off x="2621775" y="3605763"/>
                  <a:ext cx="347350" cy="285500"/>
                </a:xfrm>
                <a:custGeom>
                  <a:rect b="b" l="l" r="r" t="t"/>
                  <a:pathLst>
                    <a:path extrusionOk="0" h="208" w="253">
                      <a:moveTo>
                        <a:pt x="241" y="87"/>
                      </a:moveTo>
                      <a:cubicBezTo>
                        <a:pt x="230" y="83"/>
                        <a:pt x="223" y="84"/>
                        <a:pt x="223" y="84"/>
                      </a:cubicBezTo>
                      <a:cubicBezTo>
                        <a:pt x="223" y="94"/>
                        <a:pt x="223" y="94"/>
                        <a:pt x="223" y="94"/>
                      </a:cubicBezTo>
                      <a:cubicBezTo>
                        <a:pt x="223" y="94"/>
                        <a:pt x="215" y="98"/>
                        <a:pt x="209" y="97"/>
                      </a:cubicBezTo>
                      <a:cubicBezTo>
                        <a:pt x="203" y="96"/>
                        <a:pt x="191" y="104"/>
                        <a:pt x="191" y="104"/>
                      </a:cubicBezTo>
                      <a:cubicBezTo>
                        <a:pt x="191" y="104"/>
                        <a:pt x="194" y="120"/>
                        <a:pt x="185" y="117"/>
                      </a:cubicBezTo>
                      <a:cubicBezTo>
                        <a:pt x="175" y="114"/>
                        <a:pt x="165" y="122"/>
                        <a:pt x="165" y="122"/>
                      </a:cubicBezTo>
                      <a:cubicBezTo>
                        <a:pt x="165" y="122"/>
                        <a:pt x="169" y="132"/>
                        <a:pt x="156" y="133"/>
                      </a:cubicBezTo>
                      <a:cubicBezTo>
                        <a:pt x="142" y="134"/>
                        <a:pt x="118" y="147"/>
                        <a:pt x="116" y="147"/>
                      </a:cubicBezTo>
                      <a:cubicBezTo>
                        <a:pt x="114" y="147"/>
                        <a:pt x="88" y="148"/>
                        <a:pt x="94" y="159"/>
                      </a:cubicBezTo>
                      <a:cubicBezTo>
                        <a:pt x="101" y="171"/>
                        <a:pt x="88" y="182"/>
                        <a:pt x="88" y="182"/>
                      </a:cubicBezTo>
                      <a:cubicBezTo>
                        <a:pt x="88" y="182"/>
                        <a:pt x="93" y="187"/>
                        <a:pt x="88" y="191"/>
                      </a:cubicBezTo>
                      <a:cubicBezTo>
                        <a:pt x="83" y="194"/>
                        <a:pt x="71" y="198"/>
                        <a:pt x="70" y="200"/>
                      </a:cubicBezTo>
                      <a:cubicBezTo>
                        <a:pt x="68" y="202"/>
                        <a:pt x="63" y="208"/>
                        <a:pt x="63" y="208"/>
                      </a:cubicBezTo>
                      <a:cubicBezTo>
                        <a:pt x="63" y="208"/>
                        <a:pt x="30" y="139"/>
                        <a:pt x="19" y="118"/>
                      </a:cubicBezTo>
                      <a:cubicBezTo>
                        <a:pt x="9" y="97"/>
                        <a:pt x="0" y="74"/>
                        <a:pt x="0" y="56"/>
                      </a:cubicBezTo>
                      <a:cubicBezTo>
                        <a:pt x="0" y="38"/>
                        <a:pt x="21" y="4"/>
                        <a:pt x="21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2" y="4"/>
                        <a:pt x="46" y="0"/>
                        <a:pt x="51" y="4"/>
                      </a:cubicBezTo>
                      <a:cubicBezTo>
                        <a:pt x="56" y="7"/>
                        <a:pt x="58" y="5"/>
                        <a:pt x="63" y="10"/>
                      </a:cubicBezTo>
                      <a:cubicBezTo>
                        <a:pt x="69" y="15"/>
                        <a:pt x="72" y="30"/>
                        <a:pt x="77" y="30"/>
                      </a:cubicBezTo>
                      <a:cubicBezTo>
                        <a:pt x="83" y="30"/>
                        <a:pt x="102" y="38"/>
                        <a:pt x="102" y="38"/>
                      </a:cubicBezTo>
                      <a:cubicBezTo>
                        <a:pt x="127" y="36"/>
                        <a:pt x="134" y="41"/>
                        <a:pt x="141" y="38"/>
                      </a:cubicBezTo>
                      <a:cubicBezTo>
                        <a:pt x="148" y="35"/>
                        <a:pt x="157" y="39"/>
                        <a:pt x="157" y="39"/>
                      </a:cubicBezTo>
                      <a:cubicBezTo>
                        <a:pt x="169" y="54"/>
                        <a:pt x="169" y="54"/>
                        <a:pt x="169" y="54"/>
                      </a:cubicBezTo>
                      <a:cubicBezTo>
                        <a:pt x="197" y="56"/>
                        <a:pt x="197" y="56"/>
                        <a:pt x="197" y="56"/>
                      </a:cubicBezTo>
                      <a:cubicBezTo>
                        <a:pt x="234" y="56"/>
                        <a:pt x="234" y="56"/>
                        <a:pt x="234" y="56"/>
                      </a:cubicBezTo>
                      <a:cubicBezTo>
                        <a:pt x="234" y="56"/>
                        <a:pt x="253" y="90"/>
                        <a:pt x="241" y="8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9" name="Google Shape;129;p8"/>
              <p:cNvGrpSpPr/>
              <p:nvPr/>
            </p:nvGrpSpPr>
            <p:grpSpPr>
              <a:xfrm>
                <a:off x="5004301" y="2933394"/>
                <a:ext cx="1240273" cy="1985047"/>
                <a:chOff x="8338876" y="2933394"/>
                <a:chExt cx="1240273" cy="1985047"/>
              </a:xfrm>
            </p:grpSpPr>
            <p:sp>
              <p:nvSpPr>
                <p:cNvPr id="130" name="Google Shape;130;p8"/>
                <p:cNvSpPr/>
                <p:nvPr/>
              </p:nvSpPr>
              <p:spPr>
                <a:xfrm>
                  <a:off x="8534280" y="4898272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8"/>
                <p:cNvSpPr/>
                <p:nvPr/>
              </p:nvSpPr>
              <p:spPr>
                <a:xfrm flipH="1">
                  <a:off x="8367866" y="3562420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" name="Google Shape;132;p8"/>
                <p:cNvSpPr/>
                <p:nvPr/>
              </p:nvSpPr>
              <p:spPr>
                <a:xfrm flipH="1">
                  <a:off x="8367867" y="3685956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" name="Google Shape;133;p8"/>
                <p:cNvSpPr/>
                <p:nvPr/>
              </p:nvSpPr>
              <p:spPr>
                <a:xfrm flipH="1">
                  <a:off x="8506515" y="3471658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" name="Google Shape;134;p8"/>
                <p:cNvSpPr/>
                <p:nvPr/>
              </p:nvSpPr>
              <p:spPr>
                <a:xfrm flipH="1">
                  <a:off x="8506515" y="3503173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8"/>
                <p:cNvSpPr/>
                <p:nvPr/>
              </p:nvSpPr>
              <p:spPr>
                <a:xfrm flipH="1">
                  <a:off x="8577100" y="2933394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8"/>
                <p:cNvSpPr/>
                <p:nvPr/>
              </p:nvSpPr>
              <p:spPr>
                <a:xfrm flipH="1">
                  <a:off x="8656506" y="2993901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8"/>
                <p:cNvSpPr/>
                <p:nvPr/>
              </p:nvSpPr>
              <p:spPr>
                <a:xfrm flipH="1">
                  <a:off x="8345178" y="3305263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8"/>
                <p:cNvSpPr/>
                <p:nvPr/>
              </p:nvSpPr>
              <p:spPr>
                <a:xfrm flipH="1">
                  <a:off x="8338876" y="3296439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8"/>
                <p:cNvSpPr/>
                <p:nvPr/>
              </p:nvSpPr>
              <p:spPr>
                <a:xfrm flipH="1">
                  <a:off x="8380470" y="3350643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8"/>
                <p:cNvSpPr/>
                <p:nvPr/>
              </p:nvSpPr>
              <p:spPr>
                <a:xfrm flipH="1">
                  <a:off x="8761123" y="3208199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8"/>
                <p:cNvSpPr/>
                <p:nvPr/>
              </p:nvSpPr>
              <p:spPr>
                <a:xfrm flipH="1">
                  <a:off x="8782551" y="3220804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" name="Google Shape;142;p8"/>
                <p:cNvSpPr/>
                <p:nvPr/>
              </p:nvSpPr>
              <p:spPr>
                <a:xfrm flipH="1">
                  <a:off x="8977919" y="3230889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8"/>
                <p:cNvSpPr/>
                <p:nvPr/>
              </p:nvSpPr>
              <p:spPr>
                <a:xfrm flipH="1">
                  <a:off x="8986743" y="3286354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8"/>
                <p:cNvSpPr/>
                <p:nvPr/>
              </p:nvSpPr>
              <p:spPr>
                <a:xfrm flipH="1">
                  <a:off x="9160683" y="3340559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8"/>
                <p:cNvSpPr/>
                <p:nvPr/>
              </p:nvSpPr>
              <p:spPr>
                <a:xfrm flipH="1">
                  <a:off x="9166985" y="3379637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8"/>
                <p:cNvSpPr/>
                <p:nvPr/>
              </p:nvSpPr>
              <p:spPr>
                <a:xfrm flipH="1">
                  <a:off x="9236309" y="3547293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8"/>
                <p:cNvSpPr/>
                <p:nvPr/>
              </p:nvSpPr>
              <p:spPr>
                <a:xfrm flipH="1">
                  <a:off x="9238831" y="3562420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8"/>
                <p:cNvSpPr/>
                <p:nvPr/>
              </p:nvSpPr>
              <p:spPr>
                <a:xfrm flipH="1">
                  <a:off x="9212361" y="3759069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8"/>
                <p:cNvSpPr/>
                <p:nvPr/>
              </p:nvSpPr>
              <p:spPr>
                <a:xfrm flipH="1">
                  <a:off x="9212361" y="3767894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8"/>
                <p:cNvSpPr/>
                <p:nvPr/>
              </p:nvSpPr>
              <p:spPr>
                <a:xfrm flipH="1">
                  <a:off x="9122869" y="3968325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8"/>
                <p:cNvSpPr/>
                <p:nvPr/>
              </p:nvSpPr>
              <p:spPr>
                <a:xfrm flipH="1">
                  <a:off x="9122869" y="3975888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8"/>
                <p:cNvSpPr/>
                <p:nvPr/>
              </p:nvSpPr>
              <p:spPr>
                <a:xfrm flipH="1">
                  <a:off x="8985482" y="4117072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" name="Google Shape;153;p8"/>
                <p:cNvSpPr/>
                <p:nvPr/>
              </p:nvSpPr>
              <p:spPr>
                <a:xfrm flipH="1">
                  <a:off x="8985482" y="4123376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" name="Google Shape;154;p8"/>
                <p:cNvSpPr/>
                <p:nvPr/>
              </p:nvSpPr>
              <p:spPr>
                <a:xfrm flipH="1">
                  <a:off x="8786332" y="4229264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8"/>
                <p:cNvSpPr/>
                <p:nvPr/>
              </p:nvSpPr>
              <p:spPr>
                <a:xfrm flipH="1">
                  <a:off x="8786332" y="4233045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" name="Google Shape;156;p8"/>
            <p:cNvGrpSpPr/>
            <p:nvPr/>
          </p:nvGrpSpPr>
          <p:grpSpPr>
            <a:xfrm>
              <a:off x="3136702" y="2678898"/>
              <a:ext cx="928274" cy="1464074"/>
              <a:chOff x="1223440" y="2206502"/>
              <a:chExt cx="1555157" cy="2452795"/>
            </a:xfrm>
          </p:grpSpPr>
          <p:sp>
            <p:nvSpPr>
              <p:cNvPr id="157" name="Google Shape;157;p8"/>
              <p:cNvSpPr/>
              <p:nvPr/>
            </p:nvSpPr>
            <p:spPr>
              <a:xfrm>
                <a:off x="1223440" y="2557261"/>
                <a:ext cx="1555157" cy="2102037"/>
              </a:xfrm>
              <a:custGeom>
                <a:rect b="b" l="l" r="r" t="t"/>
                <a:pathLst>
                  <a:path extrusionOk="0" h="1186" w="878">
                    <a:moveTo>
                      <a:pt x="878" y="1145"/>
                    </a:moveTo>
                    <a:cubicBezTo>
                      <a:pt x="878" y="1168"/>
                      <a:pt x="859" y="1186"/>
                      <a:pt x="837" y="1186"/>
                    </a:cubicBezTo>
                    <a:cubicBezTo>
                      <a:pt x="41" y="1186"/>
                      <a:pt x="41" y="1186"/>
                      <a:pt x="41" y="1186"/>
                    </a:cubicBezTo>
                    <a:cubicBezTo>
                      <a:pt x="18" y="1186"/>
                      <a:pt x="0" y="1168"/>
                      <a:pt x="0" y="1145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8"/>
                      <a:pt x="18" y="0"/>
                      <a:pt x="41" y="0"/>
                    </a:cubicBezTo>
                    <a:cubicBezTo>
                      <a:pt x="837" y="0"/>
                      <a:pt x="837" y="0"/>
                      <a:pt x="837" y="0"/>
                    </a:cubicBezTo>
                    <a:cubicBezTo>
                      <a:pt x="859" y="0"/>
                      <a:pt x="878" y="18"/>
                      <a:pt x="878" y="41"/>
                    </a:cubicBezTo>
                    <a:lnTo>
                      <a:pt x="878" y="114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1334074" y="2690523"/>
                <a:ext cx="1333800" cy="181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1507567" y="2206502"/>
                <a:ext cx="988161" cy="566997"/>
              </a:xfrm>
              <a:custGeom>
                <a:rect b="b" l="l" r="r" t="t"/>
                <a:pathLst>
                  <a:path extrusionOk="0" h="320" w="558">
                    <a:moveTo>
                      <a:pt x="543" y="288"/>
                    </a:moveTo>
                    <a:cubicBezTo>
                      <a:pt x="520" y="225"/>
                      <a:pt x="520" y="225"/>
                      <a:pt x="520" y="225"/>
                    </a:cubicBezTo>
                    <a:cubicBezTo>
                      <a:pt x="510" y="213"/>
                      <a:pt x="493" y="202"/>
                      <a:pt x="476" y="197"/>
                    </a:cubicBezTo>
                    <a:cubicBezTo>
                      <a:pt x="345" y="197"/>
                      <a:pt x="345" y="197"/>
                      <a:pt x="345" y="197"/>
                    </a:cubicBezTo>
                    <a:cubicBezTo>
                      <a:pt x="365" y="176"/>
                      <a:pt x="377" y="147"/>
                      <a:pt x="377" y="113"/>
                    </a:cubicBezTo>
                    <a:cubicBezTo>
                      <a:pt x="377" y="51"/>
                      <a:pt x="333" y="0"/>
                      <a:pt x="279" y="0"/>
                    </a:cubicBezTo>
                    <a:cubicBezTo>
                      <a:pt x="224" y="0"/>
                      <a:pt x="180" y="51"/>
                      <a:pt x="180" y="113"/>
                    </a:cubicBezTo>
                    <a:cubicBezTo>
                      <a:pt x="180" y="147"/>
                      <a:pt x="192" y="176"/>
                      <a:pt x="212" y="197"/>
                    </a:cubicBezTo>
                    <a:cubicBezTo>
                      <a:pt x="81" y="197"/>
                      <a:pt x="81" y="197"/>
                      <a:pt x="81" y="197"/>
                    </a:cubicBezTo>
                    <a:cubicBezTo>
                      <a:pt x="65" y="202"/>
                      <a:pt x="48" y="213"/>
                      <a:pt x="38" y="225"/>
                    </a:cubicBezTo>
                    <a:cubicBezTo>
                      <a:pt x="14" y="288"/>
                      <a:pt x="14" y="288"/>
                      <a:pt x="14" y="288"/>
                    </a:cubicBezTo>
                    <a:cubicBezTo>
                      <a:pt x="0" y="305"/>
                      <a:pt x="5" y="320"/>
                      <a:pt x="26" y="320"/>
                    </a:cubicBezTo>
                    <a:cubicBezTo>
                      <a:pt x="531" y="320"/>
                      <a:pt x="531" y="320"/>
                      <a:pt x="531" y="320"/>
                    </a:cubicBezTo>
                    <a:cubicBezTo>
                      <a:pt x="553" y="320"/>
                      <a:pt x="558" y="305"/>
                      <a:pt x="543" y="288"/>
                    </a:cubicBezTo>
                    <a:close/>
                    <a:moveTo>
                      <a:pt x="279" y="64"/>
                    </a:moveTo>
                    <a:cubicBezTo>
                      <a:pt x="303" y="64"/>
                      <a:pt x="322" y="86"/>
                      <a:pt x="322" y="113"/>
                    </a:cubicBezTo>
                    <a:cubicBezTo>
                      <a:pt x="322" y="141"/>
                      <a:pt x="303" y="163"/>
                      <a:pt x="279" y="163"/>
                    </a:cubicBezTo>
                    <a:cubicBezTo>
                      <a:pt x="255" y="163"/>
                      <a:pt x="235" y="141"/>
                      <a:pt x="235" y="113"/>
                    </a:cubicBezTo>
                    <a:cubicBezTo>
                      <a:pt x="235" y="86"/>
                      <a:pt x="255" y="64"/>
                      <a:pt x="279" y="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1507567" y="2699324"/>
                <a:ext cx="988161" cy="74175"/>
              </a:xfrm>
              <a:custGeom>
                <a:rect b="b" l="l" r="r" t="t"/>
                <a:pathLst>
                  <a:path extrusionOk="0" h="42" w="558">
                    <a:moveTo>
                      <a:pt x="14" y="10"/>
                    </a:moveTo>
                    <a:cubicBezTo>
                      <a:pt x="0" y="27"/>
                      <a:pt x="5" y="42"/>
                      <a:pt x="26" y="42"/>
                    </a:cubicBezTo>
                    <a:cubicBezTo>
                      <a:pt x="531" y="42"/>
                      <a:pt x="531" y="42"/>
                      <a:pt x="531" y="42"/>
                    </a:cubicBezTo>
                    <a:cubicBezTo>
                      <a:pt x="553" y="42"/>
                      <a:pt x="558" y="27"/>
                      <a:pt x="543" y="10"/>
                    </a:cubicBezTo>
                    <a:cubicBezTo>
                      <a:pt x="540" y="0"/>
                      <a:pt x="540" y="0"/>
                      <a:pt x="540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4" y="1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1452251" y="3056368"/>
                <a:ext cx="51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1452251" y="3126772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1452251" y="3197175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2308405" y="3056368"/>
                <a:ext cx="171000" cy="171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2270689" y="2999795"/>
                <a:ext cx="291671" cy="218753"/>
              </a:xfrm>
              <a:custGeom>
                <a:rect b="b" l="l" r="r" t="t"/>
                <a:pathLst>
                  <a:path extrusionOk="0" h="124" w="165">
                    <a:moveTo>
                      <a:pt x="141" y="10"/>
                    </a:moveTo>
                    <a:cubicBezTo>
                      <a:pt x="114" y="38"/>
                      <a:pt x="86" y="66"/>
                      <a:pt x="58" y="94"/>
                    </a:cubicBezTo>
                    <a:cubicBezTo>
                      <a:pt x="57" y="95"/>
                      <a:pt x="55" y="97"/>
                      <a:pt x="53" y="99"/>
                    </a:cubicBezTo>
                    <a:cubicBezTo>
                      <a:pt x="42" y="89"/>
                      <a:pt x="30" y="79"/>
                      <a:pt x="19" y="69"/>
                    </a:cubicBezTo>
                    <a:cubicBezTo>
                      <a:pt x="15" y="66"/>
                      <a:pt x="9" y="65"/>
                      <a:pt x="5" y="69"/>
                    </a:cubicBezTo>
                    <a:cubicBezTo>
                      <a:pt x="1" y="73"/>
                      <a:pt x="0" y="80"/>
                      <a:pt x="5" y="83"/>
                    </a:cubicBezTo>
                    <a:cubicBezTo>
                      <a:pt x="19" y="95"/>
                      <a:pt x="33" y="107"/>
                      <a:pt x="47" y="119"/>
                    </a:cubicBezTo>
                    <a:cubicBezTo>
                      <a:pt x="51" y="123"/>
                      <a:pt x="57" y="124"/>
                      <a:pt x="61" y="119"/>
                    </a:cubicBezTo>
                    <a:cubicBezTo>
                      <a:pt x="89" y="92"/>
                      <a:pt x="116" y="64"/>
                      <a:pt x="144" y="36"/>
                    </a:cubicBezTo>
                    <a:cubicBezTo>
                      <a:pt x="148" y="32"/>
                      <a:pt x="152" y="28"/>
                      <a:pt x="156" y="24"/>
                    </a:cubicBezTo>
                    <a:cubicBezTo>
                      <a:pt x="165" y="15"/>
                      <a:pt x="150" y="0"/>
                      <a:pt x="141" y="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1452251" y="3412156"/>
                <a:ext cx="51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8"/>
              <p:cNvSpPr/>
              <p:nvPr/>
            </p:nvSpPr>
            <p:spPr>
              <a:xfrm>
                <a:off x="1452251" y="3482559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8"/>
              <p:cNvSpPr/>
              <p:nvPr/>
            </p:nvSpPr>
            <p:spPr>
              <a:xfrm>
                <a:off x="1452251" y="3554219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2308405" y="3412156"/>
                <a:ext cx="171000" cy="172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2270689" y="3355582"/>
                <a:ext cx="291671" cy="217495"/>
              </a:xfrm>
              <a:custGeom>
                <a:rect b="b" l="l" r="r" t="t"/>
                <a:pathLst>
                  <a:path extrusionOk="0" h="123" w="165">
                    <a:moveTo>
                      <a:pt x="141" y="10"/>
                    </a:moveTo>
                    <a:cubicBezTo>
                      <a:pt x="114" y="38"/>
                      <a:pt x="86" y="65"/>
                      <a:pt x="58" y="93"/>
                    </a:cubicBezTo>
                    <a:cubicBezTo>
                      <a:pt x="57" y="95"/>
                      <a:pt x="55" y="97"/>
                      <a:pt x="53" y="99"/>
                    </a:cubicBezTo>
                    <a:cubicBezTo>
                      <a:pt x="42" y="89"/>
                      <a:pt x="30" y="79"/>
                      <a:pt x="19" y="69"/>
                    </a:cubicBezTo>
                    <a:cubicBezTo>
                      <a:pt x="15" y="65"/>
                      <a:pt x="9" y="65"/>
                      <a:pt x="5" y="69"/>
                    </a:cubicBezTo>
                    <a:cubicBezTo>
                      <a:pt x="1" y="73"/>
                      <a:pt x="0" y="80"/>
                      <a:pt x="5" y="83"/>
                    </a:cubicBezTo>
                    <a:cubicBezTo>
                      <a:pt x="19" y="95"/>
                      <a:pt x="33" y="107"/>
                      <a:pt x="47" y="119"/>
                    </a:cubicBezTo>
                    <a:cubicBezTo>
                      <a:pt x="51" y="123"/>
                      <a:pt x="57" y="123"/>
                      <a:pt x="61" y="119"/>
                    </a:cubicBezTo>
                    <a:cubicBezTo>
                      <a:pt x="89" y="91"/>
                      <a:pt x="116" y="63"/>
                      <a:pt x="144" y="36"/>
                    </a:cubicBezTo>
                    <a:cubicBezTo>
                      <a:pt x="148" y="32"/>
                      <a:pt x="152" y="28"/>
                      <a:pt x="156" y="24"/>
                    </a:cubicBezTo>
                    <a:cubicBezTo>
                      <a:pt x="165" y="15"/>
                      <a:pt x="150" y="0"/>
                      <a:pt x="141" y="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1452251" y="3767943"/>
                <a:ext cx="51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1452251" y="3839604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8"/>
              <p:cNvSpPr/>
              <p:nvPr/>
            </p:nvSpPr>
            <p:spPr>
              <a:xfrm>
                <a:off x="1452251" y="3910007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8"/>
              <p:cNvSpPr/>
              <p:nvPr/>
            </p:nvSpPr>
            <p:spPr>
              <a:xfrm>
                <a:off x="2308405" y="3767943"/>
                <a:ext cx="171000" cy="172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8"/>
              <p:cNvSpPr/>
              <p:nvPr/>
            </p:nvSpPr>
            <p:spPr>
              <a:xfrm>
                <a:off x="2270689" y="3711370"/>
                <a:ext cx="291671" cy="218753"/>
              </a:xfrm>
              <a:custGeom>
                <a:rect b="b" l="l" r="r" t="t"/>
                <a:pathLst>
                  <a:path extrusionOk="0" h="123" w="165">
                    <a:moveTo>
                      <a:pt x="141" y="10"/>
                    </a:moveTo>
                    <a:cubicBezTo>
                      <a:pt x="114" y="37"/>
                      <a:pt x="86" y="65"/>
                      <a:pt x="58" y="93"/>
                    </a:cubicBezTo>
                    <a:cubicBezTo>
                      <a:pt x="57" y="95"/>
                      <a:pt x="55" y="97"/>
                      <a:pt x="53" y="98"/>
                    </a:cubicBezTo>
                    <a:cubicBezTo>
                      <a:pt x="42" y="89"/>
                      <a:pt x="30" y="79"/>
                      <a:pt x="19" y="69"/>
                    </a:cubicBezTo>
                    <a:cubicBezTo>
                      <a:pt x="15" y="65"/>
                      <a:pt x="9" y="65"/>
                      <a:pt x="5" y="69"/>
                    </a:cubicBezTo>
                    <a:cubicBezTo>
                      <a:pt x="1" y="72"/>
                      <a:pt x="0" y="80"/>
                      <a:pt x="5" y="83"/>
                    </a:cubicBezTo>
                    <a:cubicBezTo>
                      <a:pt x="19" y="95"/>
                      <a:pt x="33" y="107"/>
                      <a:pt x="47" y="119"/>
                    </a:cubicBezTo>
                    <a:cubicBezTo>
                      <a:pt x="51" y="123"/>
                      <a:pt x="57" y="123"/>
                      <a:pt x="61" y="119"/>
                    </a:cubicBezTo>
                    <a:cubicBezTo>
                      <a:pt x="89" y="91"/>
                      <a:pt x="116" y="63"/>
                      <a:pt x="144" y="35"/>
                    </a:cubicBezTo>
                    <a:cubicBezTo>
                      <a:pt x="148" y="32"/>
                      <a:pt x="152" y="28"/>
                      <a:pt x="156" y="24"/>
                    </a:cubicBezTo>
                    <a:cubicBezTo>
                      <a:pt x="165" y="15"/>
                      <a:pt x="150" y="0"/>
                      <a:pt x="141" y="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8"/>
              <p:cNvSpPr/>
              <p:nvPr/>
            </p:nvSpPr>
            <p:spPr>
              <a:xfrm>
                <a:off x="1452251" y="4124988"/>
                <a:ext cx="514200" cy="27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8"/>
              <p:cNvSpPr/>
              <p:nvPr/>
            </p:nvSpPr>
            <p:spPr>
              <a:xfrm>
                <a:off x="1452251" y="4195391"/>
                <a:ext cx="754200" cy="30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8"/>
              <p:cNvSpPr/>
              <p:nvPr/>
            </p:nvSpPr>
            <p:spPr>
              <a:xfrm>
                <a:off x="1452251" y="4267052"/>
                <a:ext cx="754200" cy="29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8"/>
              <p:cNvSpPr/>
              <p:nvPr/>
            </p:nvSpPr>
            <p:spPr>
              <a:xfrm>
                <a:off x="2308405" y="4124988"/>
                <a:ext cx="171000" cy="171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8"/>
              <p:cNvSpPr/>
              <p:nvPr/>
            </p:nvSpPr>
            <p:spPr>
              <a:xfrm>
                <a:off x="2270689" y="4068414"/>
                <a:ext cx="291671" cy="217495"/>
              </a:xfrm>
              <a:custGeom>
                <a:rect b="b" l="l" r="r" t="t"/>
                <a:pathLst>
                  <a:path extrusionOk="0" h="123" w="165">
                    <a:moveTo>
                      <a:pt x="141" y="9"/>
                    </a:moveTo>
                    <a:cubicBezTo>
                      <a:pt x="114" y="37"/>
                      <a:pt x="86" y="65"/>
                      <a:pt x="58" y="93"/>
                    </a:cubicBezTo>
                    <a:cubicBezTo>
                      <a:pt x="57" y="95"/>
                      <a:pt x="55" y="97"/>
                      <a:pt x="53" y="98"/>
                    </a:cubicBezTo>
                    <a:cubicBezTo>
                      <a:pt x="42" y="89"/>
                      <a:pt x="30" y="79"/>
                      <a:pt x="19" y="69"/>
                    </a:cubicBezTo>
                    <a:cubicBezTo>
                      <a:pt x="15" y="65"/>
                      <a:pt x="9" y="65"/>
                      <a:pt x="5" y="69"/>
                    </a:cubicBezTo>
                    <a:cubicBezTo>
                      <a:pt x="1" y="72"/>
                      <a:pt x="0" y="79"/>
                      <a:pt x="5" y="83"/>
                    </a:cubicBezTo>
                    <a:cubicBezTo>
                      <a:pt x="19" y="95"/>
                      <a:pt x="33" y="107"/>
                      <a:pt x="47" y="119"/>
                    </a:cubicBezTo>
                    <a:cubicBezTo>
                      <a:pt x="51" y="123"/>
                      <a:pt x="57" y="123"/>
                      <a:pt x="61" y="119"/>
                    </a:cubicBezTo>
                    <a:cubicBezTo>
                      <a:pt x="89" y="91"/>
                      <a:pt x="116" y="63"/>
                      <a:pt x="144" y="35"/>
                    </a:cubicBezTo>
                    <a:cubicBezTo>
                      <a:pt x="148" y="31"/>
                      <a:pt x="152" y="28"/>
                      <a:pt x="156" y="24"/>
                    </a:cubicBezTo>
                    <a:cubicBezTo>
                      <a:pt x="165" y="14"/>
                      <a:pt x="150" y="0"/>
                      <a:pt x="141" y="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>
            <p:ph type="title"/>
          </p:nvPr>
        </p:nvSpPr>
        <p:spPr>
          <a:xfrm>
            <a:off x="715100" y="1558200"/>
            <a:ext cx="37083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 b="0" sz="35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Montserrat ExtraBold"/>
              <a:buNone/>
              <a:defRPr sz="32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83" name="Google Shape;183;p9"/>
          <p:cNvSpPr txBox="1"/>
          <p:nvPr>
            <p:ph idx="1" type="subTitle"/>
          </p:nvPr>
        </p:nvSpPr>
        <p:spPr>
          <a:xfrm>
            <a:off x="715150" y="2882526"/>
            <a:ext cx="3708300" cy="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Figtree"/>
              <a:buNone/>
              <a:defRPr sz="1400"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4" name="Google Shape;184;p9"/>
          <p:cNvSpPr/>
          <p:nvPr/>
        </p:nvSpPr>
        <p:spPr>
          <a:xfrm>
            <a:off x="823375" y="1215575"/>
            <a:ext cx="385200" cy="154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5" name="Google Shape;185;p9"/>
          <p:cNvGrpSpPr/>
          <p:nvPr/>
        </p:nvGrpSpPr>
        <p:grpSpPr>
          <a:xfrm>
            <a:off x="5545172" y="-2251122"/>
            <a:ext cx="4541937" cy="7394624"/>
            <a:chOff x="5545172" y="-2251122"/>
            <a:chExt cx="4541937" cy="7394624"/>
          </a:xfrm>
        </p:grpSpPr>
        <p:sp>
          <p:nvSpPr>
            <p:cNvPr id="186" name="Google Shape;186;p9"/>
            <p:cNvSpPr/>
            <p:nvPr/>
          </p:nvSpPr>
          <p:spPr>
            <a:xfrm flipH="1" rot="-2578322">
              <a:off x="7021077" y="-1852344"/>
              <a:ext cx="2355574" cy="3011771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 flipH="1">
              <a:off x="5545172" y="2416850"/>
              <a:ext cx="3598826" cy="2726651"/>
            </a:xfrm>
            <a:custGeom>
              <a:rect b="b" l="l" r="r" t="t"/>
              <a:pathLst>
                <a:path extrusionOk="0" h="1215" w="1262">
                  <a:moveTo>
                    <a:pt x="0" y="144"/>
                  </a:moveTo>
                  <a:cubicBezTo>
                    <a:pt x="20" y="104"/>
                    <a:pt x="58" y="71"/>
                    <a:pt x="97" y="51"/>
                  </a:cubicBezTo>
                  <a:cubicBezTo>
                    <a:pt x="172" y="12"/>
                    <a:pt x="299" y="0"/>
                    <a:pt x="346" y="90"/>
                  </a:cubicBezTo>
                  <a:cubicBezTo>
                    <a:pt x="389" y="172"/>
                    <a:pt x="373" y="268"/>
                    <a:pt x="356" y="355"/>
                  </a:cubicBezTo>
                  <a:cubicBezTo>
                    <a:pt x="341" y="432"/>
                    <a:pt x="277" y="587"/>
                    <a:pt x="365" y="643"/>
                  </a:cubicBezTo>
                  <a:cubicBezTo>
                    <a:pt x="439" y="690"/>
                    <a:pt x="545" y="611"/>
                    <a:pt x="611" y="581"/>
                  </a:cubicBezTo>
                  <a:cubicBezTo>
                    <a:pt x="753" y="515"/>
                    <a:pt x="922" y="588"/>
                    <a:pt x="970" y="739"/>
                  </a:cubicBezTo>
                  <a:cubicBezTo>
                    <a:pt x="1002" y="837"/>
                    <a:pt x="942" y="980"/>
                    <a:pt x="1074" y="1014"/>
                  </a:cubicBezTo>
                  <a:cubicBezTo>
                    <a:pt x="1262" y="1063"/>
                    <a:pt x="1242" y="1215"/>
                    <a:pt x="1242" y="1215"/>
                  </a:cubicBezTo>
                  <a:cubicBezTo>
                    <a:pt x="0" y="1215"/>
                    <a:pt x="0" y="1215"/>
                    <a:pt x="0" y="1215"/>
                  </a:cubicBezTo>
                  <a:lnTo>
                    <a:pt x="0" y="1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9"/>
          <p:cNvGrpSpPr/>
          <p:nvPr/>
        </p:nvGrpSpPr>
        <p:grpSpPr>
          <a:xfrm>
            <a:off x="5889976" y="355617"/>
            <a:ext cx="2935972" cy="4382500"/>
            <a:chOff x="5889976" y="355617"/>
            <a:chExt cx="2935972" cy="4382500"/>
          </a:xfrm>
        </p:grpSpPr>
        <p:grpSp>
          <p:nvGrpSpPr>
            <p:cNvPr id="189" name="Google Shape;189;p9"/>
            <p:cNvGrpSpPr/>
            <p:nvPr/>
          </p:nvGrpSpPr>
          <p:grpSpPr>
            <a:xfrm>
              <a:off x="5889976" y="4281326"/>
              <a:ext cx="639634" cy="456790"/>
              <a:chOff x="1306651" y="2395201"/>
              <a:chExt cx="639634" cy="456790"/>
            </a:xfrm>
          </p:grpSpPr>
          <p:sp>
            <p:nvSpPr>
              <p:cNvPr id="190" name="Google Shape;190;p9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3829158">
              <a:off x="8178267" y="402162"/>
              <a:ext cx="501270" cy="638429"/>
              <a:chOff x="2405110" y="1467841"/>
              <a:chExt cx="501274" cy="638434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2405110" y="15416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2832584" y="14678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2538351" y="20030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97" name="Google Shape;197;p9"/>
          <p:cNvGrpSpPr/>
          <p:nvPr/>
        </p:nvGrpSpPr>
        <p:grpSpPr>
          <a:xfrm>
            <a:off x="4825376" y="1369769"/>
            <a:ext cx="3170055" cy="2151149"/>
            <a:chOff x="4825376" y="1369769"/>
            <a:chExt cx="3170055" cy="2151149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4825376" y="1369769"/>
              <a:ext cx="2766173" cy="1985047"/>
              <a:chOff x="6482876" y="3011994"/>
              <a:chExt cx="2766173" cy="1985047"/>
            </a:xfrm>
          </p:grpSpPr>
          <p:grpSp>
            <p:nvGrpSpPr>
              <p:cNvPr id="199" name="Google Shape;199;p9"/>
              <p:cNvGrpSpPr/>
              <p:nvPr/>
            </p:nvGrpSpPr>
            <p:grpSpPr>
              <a:xfrm>
                <a:off x="6482876" y="3011994"/>
                <a:ext cx="1469183" cy="1905987"/>
                <a:chOff x="4144901" y="3011994"/>
                <a:chExt cx="1469183" cy="1905987"/>
              </a:xfrm>
            </p:grpSpPr>
            <p:sp>
              <p:nvSpPr>
                <p:cNvPr id="200" name="Google Shape;200;p9"/>
                <p:cNvSpPr/>
                <p:nvPr/>
              </p:nvSpPr>
              <p:spPr>
                <a:xfrm>
                  <a:off x="4144901" y="3487064"/>
                  <a:ext cx="437600" cy="719550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9"/>
                <p:cNvSpPr/>
                <p:nvPr/>
              </p:nvSpPr>
              <p:spPr>
                <a:xfrm>
                  <a:off x="5067053" y="3641020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9"/>
                <p:cNvSpPr/>
                <p:nvPr/>
              </p:nvSpPr>
              <p:spPr>
                <a:xfrm>
                  <a:off x="5097304" y="3764556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9"/>
                <p:cNvSpPr/>
                <p:nvPr/>
              </p:nvSpPr>
              <p:spPr>
                <a:xfrm>
                  <a:off x="5097304" y="3550258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9"/>
                <p:cNvSpPr/>
                <p:nvPr/>
              </p:nvSpPr>
              <p:spPr>
                <a:xfrm>
                  <a:off x="5140159" y="3581773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9"/>
                <p:cNvSpPr/>
                <p:nvPr/>
              </p:nvSpPr>
              <p:spPr>
                <a:xfrm>
                  <a:off x="4373811" y="3011994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9"/>
                <p:cNvSpPr/>
                <p:nvPr/>
              </p:nvSpPr>
              <p:spPr>
                <a:xfrm>
                  <a:off x="4445657" y="3072501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9"/>
                <p:cNvSpPr/>
                <p:nvPr/>
              </p:nvSpPr>
              <p:spPr>
                <a:xfrm>
                  <a:off x="4664973" y="3383863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9"/>
                <p:cNvSpPr/>
                <p:nvPr/>
              </p:nvSpPr>
              <p:spPr>
                <a:xfrm>
                  <a:off x="4657411" y="3375039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9"/>
                <p:cNvSpPr/>
                <p:nvPr/>
              </p:nvSpPr>
              <p:spPr>
                <a:xfrm>
                  <a:off x="4717912" y="3429243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9"/>
                <p:cNvSpPr/>
                <p:nvPr/>
              </p:nvSpPr>
              <p:spPr>
                <a:xfrm>
                  <a:off x="5019156" y="3286799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9"/>
                <p:cNvSpPr/>
                <p:nvPr/>
              </p:nvSpPr>
              <p:spPr>
                <a:xfrm>
                  <a:off x="5019156" y="3299404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9"/>
                <p:cNvSpPr/>
                <p:nvPr/>
              </p:nvSpPr>
              <p:spPr>
                <a:xfrm>
                  <a:off x="4801101" y="3309489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9"/>
                <p:cNvSpPr/>
                <p:nvPr/>
              </p:nvSpPr>
              <p:spPr>
                <a:xfrm>
                  <a:off x="4807403" y="3364954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9"/>
                <p:cNvSpPr/>
                <p:nvPr/>
              </p:nvSpPr>
              <p:spPr>
                <a:xfrm>
                  <a:off x="4635983" y="3419159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9"/>
                <p:cNvSpPr/>
                <p:nvPr/>
              </p:nvSpPr>
              <p:spPr>
                <a:xfrm>
                  <a:off x="4643545" y="3458237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9"/>
                <p:cNvSpPr/>
                <p:nvPr/>
              </p:nvSpPr>
              <p:spPr>
                <a:xfrm>
                  <a:off x="4579263" y="3625893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9"/>
                <p:cNvSpPr/>
                <p:nvPr/>
              </p:nvSpPr>
              <p:spPr>
                <a:xfrm>
                  <a:off x="4593128" y="3641020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9"/>
                <p:cNvSpPr/>
                <p:nvPr/>
              </p:nvSpPr>
              <p:spPr>
                <a:xfrm>
                  <a:off x="4593128" y="3837669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9"/>
                <p:cNvSpPr/>
                <p:nvPr/>
              </p:nvSpPr>
              <p:spPr>
                <a:xfrm>
                  <a:off x="4635983" y="3846494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9"/>
                <p:cNvSpPr/>
                <p:nvPr/>
              </p:nvSpPr>
              <p:spPr>
                <a:xfrm>
                  <a:off x="4672536" y="4046925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9"/>
                <p:cNvSpPr/>
                <p:nvPr/>
              </p:nvSpPr>
              <p:spPr>
                <a:xfrm>
                  <a:off x="4730516" y="4054488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9"/>
                <p:cNvSpPr/>
                <p:nvPr/>
              </p:nvSpPr>
              <p:spPr>
                <a:xfrm>
                  <a:off x="4803622" y="4195672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9"/>
                <p:cNvSpPr/>
                <p:nvPr/>
              </p:nvSpPr>
              <p:spPr>
                <a:xfrm>
                  <a:off x="4851518" y="4201976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9"/>
                <p:cNvSpPr/>
                <p:nvPr/>
              </p:nvSpPr>
              <p:spPr>
                <a:xfrm>
                  <a:off x="4991427" y="4307864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9"/>
                <p:cNvSpPr/>
                <p:nvPr/>
              </p:nvSpPr>
              <p:spPr>
                <a:xfrm>
                  <a:off x="5017896" y="4311645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9"/>
                <p:cNvSpPr/>
                <p:nvPr/>
              </p:nvSpPr>
              <p:spPr>
                <a:xfrm>
                  <a:off x="4288625" y="3723900"/>
                  <a:ext cx="347350" cy="285500"/>
                </a:xfrm>
                <a:custGeom>
                  <a:rect b="b" l="l" r="r" t="t"/>
                  <a:pathLst>
                    <a:path extrusionOk="0" h="208" w="253">
                      <a:moveTo>
                        <a:pt x="241" y="87"/>
                      </a:moveTo>
                      <a:cubicBezTo>
                        <a:pt x="230" y="83"/>
                        <a:pt x="223" y="84"/>
                        <a:pt x="223" y="84"/>
                      </a:cubicBezTo>
                      <a:cubicBezTo>
                        <a:pt x="223" y="94"/>
                        <a:pt x="223" y="94"/>
                        <a:pt x="223" y="94"/>
                      </a:cubicBezTo>
                      <a:cubicBezTo>
                        <a:pt x="223" y="94"/>
                        <a:pt x="215" y="98"/>
                        <a:pt x="209" y="97"/>
                      </a:cubicBezTo>
                      <a:cubicBezTo>
                        <a:pt x="203" y="96"/>
                        <a:pt x="191" y="104"/>
                        <a:pt x="191" y="104"/>
                      </a:cubicBezTo>
                      <a:cubicBezTo>
                        <a:pt x="191" y="104"/>
                        <a:pt x="194" y="120"/>
                        <a:pt x="185" y="117"/>
                      </a:cubicBezTo>
                      <a:cubicBezTo>
                        <a:pt x="175" y="114"/>
                        <a:pt x="165" y="122"/>
                        <a:pt x="165" y="122"/>
                      </a:cubicBezTo>
                      <a:cubicBezTo>
                        <a:pt x="165" y="122"/>
                        <a:pt x="169" y="132"/>
                        <a:pt x="156" y="133"/>
                      </a:cubicBezTo>
                      <a:cubicBezTo>
                        <a:pt x="142" y="134"/>
                        <a:pt x="118" y="147"/>
                        <a:pt x="116" y="147"/>
                      </a:cubicBezTo>
                      <a:cubicBezTo>
                        <a:pt x="114" y="147"/>
                        <a:pt x="88" y="148"/>
                        <a:pt x="94" y="159"/>
                      </a:cubicBezTo>
                      <a:cubicBezTo>
                        <a:pt x="101" y="171"/>
                        <a:pt x="88" y="182"/>
                        <a:pt x="88" y="182"/>
                      </a:cubicBezTo>
                      <a:cubicBezTo>
                        <a:pt x="88" y="182"/>
                        <a:pt x="93" y="187"/>
                        <a:pt x="88" y="191"/>
                      </a:cubicBezTo>
                      <a:cubicBezTo>
                        <a:pt x="83" y="194"/>
                        <a:pt x="71" y="198"/>
                        <a:pt x="70" y="200"/>
                      </a:cubicBezTo>
                      <a:cubicBezTo>
                        <a:pt x="68" y="202"/>
                        <a:pt x="63" y="208"/>
                        <a:pt x="63" y="208"/>
                      </a:cubicBezTo>
                      <a:cubicBezTo>
                        <a:pt x="63" y="208"/>
                        <a:pt x="30" y="139"/>
                        <a:pt x="19" y="118"/>
                      </a:cubicBezTo>
                      <a:cubicBezTo>
                        <a:pt x="9" y="97"/>
                        <a:pt x="0" y="74"/>
                        <a:pt x="0" y="56"/>
                      </a:cubicBezTo>
                      <a:cubicBezTo>
                        <a:pt x="0" y="38"/>
                        <a:pt x="21" y="4"/>
                        <a:pt x="21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2" y="4"/>
                        <a:pt x="46" y="0"/>
                        <a:pt x="51" y="4"/>
                      </a:cubicBezTo>
                      <a:cubicBezTo>
                        <a:pt x="56" y="7"/>
                        <a:pt x="58" y="5"/>
                        <a:pt x="63" y="10"/>
                      </a:cubicBezTo>
                      <a:cubicBezTo>
                        <a:pt x="69" y="15"/>
                        <a:pt x="72" y="30"/>
                        <a:pt x="77" y="30"/>
                      </a:cubicBezTo>
                      <a:cubicBezTo>
                        <a:pt x="83" y="30"/>
                        <a:pt x="102" y="38"/>
                        <a:pt x="102" y="38"/>
                      </a:cubicBezTo>
                      <a:cubicBezTo>
                        <a:pt x="127" y="36"/>
                        <a:pt x="134" y="41"/>
                        <a:pt x="141" y="38"/>
                      </a:cubicBezTo>
                      <a:cubicBezTo>
                        <a:pt x="148" y="35"/>
                        <a:pt x="157" y="39"/>
                        <a:pt x="157" y="39"/>
                      </a:cubicBezTo>
                      <a:cubicBezTo>
                        <a:pt x="169" y="54"/>
                        <a:pt x="169" y="54"/>
                        <a:pt x="169" y="54"/>
                      </a:cubicBezTo>
                      <a:cubicBezTo>
                        <a:pt x="197" y="56"/>
                        <a:pt x="197" y="56"/>
                        <a:pt x="197" y="56"/>
                      </a:cubicBezTo>
                      <a:cubicBezTo>
                        <a:pt x="234" y="56"/>
                        <a:pt x="234" y="56"/>
                        <a:pt x="234" y="56"/>
                      </a:cubicBezTo>
                      <a:cubicBezTo>
                        <a:pt x="234" y="56"/>
                        <a:pt x="253" y="90"/>
                        <a:pt x="241" y="8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9"/>
                <p:cNvSpPr/>
                <p:nvPr/>
              </p:nvSpPr>
              <p:spPr>
                <a:xfrm>
                  <a:off x="4481451" y="3124776"/>
                  <a:ext cx="466625" cy="545099"/>
                </a:xfrm>
                <a:custGeom>
                  <a:rect b="b" l="l" r="r" t="t"/>
                  <a:pathLst>
                    <a:path extrusionOk="0" h="377" w="323">
                      <a:moveTo>
                        <a:pt x="65" y="153"/>
                      </a:moveTo>
                      <a:cubicBezTo>
                        <a:pt x="79" y="154"/>
                        <a:pt x="77" y="148"/>
                        <a:pt x="90" y="153"/>
                      </a:cubicBezTo>
                      <a:cubicBezTo>
                        <a:pt x="102" y="159"/>
                        <a:pt x="104" y="161"/>
                        <a:pt x="125" y="165"/>
                      </a:cubicBezTo>
                      <a:cubicBezTo>
                        <a:pt x="146" y="170"/>
                        <a:pt x="157" y="167"/>
                        <a:pt x="159" y="172"/>
                      </a:cubicBezTo>
                      <a:cubicBezTo>
                        <a:pt x="161" y="176"/>
                        <a:pt x="182" y="181"/>
                        <a:pt x="185" y="185"/>
                      </a:cubicBezTo>
                      <a:cubicBezTo>
                        <a:pt x="189" y="189"/>
                        <a:pt x="196" y="199"/>
                        <a:pt x="199" y="203"/>
                      </a:cubicBezTo>
                      <a:cubicBezTo>
                        <a:pt x="202" y="206"/>
                        <a:pt x="204" y="209"/>
                        <a:pt x="205" y="212"/>
                      </a:cubicBezTo>
                      <a:cubicBezTo>
                        <a:pt x="207" y="215"/>
                        <a:pt x="210" y="216"/>
                        <a:pt x="211" y="221"/>
                      </a:cubicBezTo>
                      <a:cubicBezTo>
                        <a:pt x="211" y="225"/>
                        <a:pt x="219" y="236"/>
                        <a:pt x="219" y="239"/>
                      </a:cubicBezTo>
                      <a:cubicBezTo>
                        <a:pt x="218" y="242"/>
                        <a:pt x="225" y="245"/>
                        <a:pt x="228" y="256"/>
                      </a:cubicBezTo>
                      <a:cubicBezTo>
                        <a:pt x="232" y="267"/>
                        <a:pt x="237" y="275"/>
                        <a:pt x="241" y="285"/>
                      </a:cubicBezTo>
                      <a:cubicBezTo>
                        <a:pt x="244" y="295"/>
                        <a:pt x="247" y="301"/>
                        <a:pt x="246" y="314"/>
                      </a:cubicBezTo>
                      <a:cubicBezTo>
                        <a:pt x="245" y="327"/>
                        <a:pt x="249" y="332"/>
                        <a:pt x="246" y="345"/>
                      </a:cubicBezTo>
                      <a:cubicBezTo>
                        <a:pt x="244" y="357"/>
                        <a:pt x="232" y="366"/>
                        <a:pt x="247" y="371"/>
                      </a:cubicBezTo>
                      <a:cubicBezTo>
                        <a:pt x="262" y="377"/>
                        <a:pt x="270" y="377"/>
                        <a:pt x="270" y="377"/>
                      </a:cubicBezTo>
                      <a:cubicBezTo>
                        <a:pt x="270" y="377"/>
                        <a:pt x="323" y="341"/>
                        <a:pt x="320" y="336"/>
                      </a:cubicBezTo>
                      <a:cubicBezTo>
                        <a:pt x="317" y="331"/>
                        <a:pt x="320" y="297"/>
                        <a:pt x="320" y="297"/>
                      </a:cubicBezTo>
                      <a:cubicBezTo>
                        <a:pt x="320" y="297"/>
                        <a:pt x="302" y="283"/>
                        <a:pt x="298" y="286"/>
                      </a:cubicBezTo>
                      <a:cubicBezTo>
                        <a:pt x="294" y="289"/>
                        <a:pt x="286" y="281"/>
                        <a:pt x="282" y="275"/>
                      </a:cubicBezTo>
                      <a:cubicBezTo>
                        <a:pt x="278" y="269"/>
                        <a:pt x="261" y="243"/>
                        <a:pt x="256" y="238"/>
                      </a:cubicBezTo>
                      <a:cubicBezTo>
                        <a:pt x="251" y="234"/>
                        <a:pt x="262" y="254"/>
                        <a:pt x="231" y="212"/>
                      </a:cubicBezTo>
                      <a:cubicBezTo>
                        <a:pt x="199" y="170"/>
                        <a:pt x="181" y="148"/>
                        <a:pt x="179" y="140"/>
                      </a:cubicBezTo>
                      <a:cubicBezTo>
                        <a:pt x="176" y="131"/>
                        <a:pt x="159" y="101"/>
                        <a:pt x="159" y="101"/>
                      </a:cubicBezTo>
                      <a:cubicBezTo>
                        <a:pt x="159" y="101"/>
                        <a:pt x="183" y="82"/>
                        <a:pt x="174" y="61"/>
                      </a:cubicBezTo>
                      <a:cubicBezTo>
                        <a:pt x="165" y="41"/>
                        <a:pt x="155" y="19"/>
                        <a:pt x="155" y="19"/>
                      </a:cubicBezTo>
                      <a:cubicBezTo>
                        <a:pt x="142" y="5"/>
                        <a:pt x="142" y="5"/>
                        <a:pt x="142" y="5"/>
                      </a:cubicBezTo>
                      <a:cubicBezTo>
                        <a:pt x="142" y="5"/>
                        <a:pt x="142" y="1"/>
                        <a:pt x="130" y="5"/>
                      </a:cubicBezTo>
                      <a:cubicBezTo>
                        <a:pt x="117" y="9"/>
                        <a:pt x="119" y="0"/>
                        <a:pt x="110" y="10"/>
                      </a:cubicBezTo>
                      <a:cubicBezTo>
                        <a:pt x="102" y="20"/>
                        <a:pt x="101" y="24"/>
                        <a:pt x="89" y="31"/>
                      </a:cubicBezTo>
                      <a:cubicBezTo>
                        <a:pt x="77" y="38"/>
                        <a:pt x="78" y="34"/>
                        <a:pt x="71" y="44"/>
                      </a:cubicBezTo>
                      <a:cubicBezTo>
                        <a:pt x="64" y="54"/>
                        <a:pt x="71" y="58"/>
                        <a:pt x="52" y="71"/>
                      </a:cubicBezTo>
                      <a:cubicBezTo>
                        <a:pt x="34" y="83"/>
                        <a:pt x="22" y="82"/>
                        <a:pt x="22" y="88"/>
                      </a:cubicBezTo>
                      <a:cubicBezTo>
                        <a:pt x="21" y="94"/>
                        <a:pt x="24" y="100"/>
                        <a:pt x="18" y="119"/>
                      </a:cubicBezTo>
                      <a:cubicBezTo>
                        <a:pt x="13" y="137"/>
                        <a:pt x="12" y="138"/>
                        <a:pt x="10" y="147"/>
                      </a:cubicBezTo>
                      <a:cubicBezTo>
                        <a:pt x="9" y="156"/>
                        <a:pt x="2" y="158"/>
                        <a:pt x="3" y="172"/>
                      </a:cubicBezTo>
                      <a:cubicBezTo>
                        <a:pt x="5" y="185"/>
                        <a:pt x="4" y="185"/>
                        <a:pt x="2" y="190"/>
                      </a:cubicBezTo>
                      <a:cubicBezTo>
                        <a:pt x="0" y="195"/>
                        <a:pt x="51" y="153"/>
                        <a:pt x="65" y="15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9"/>
                <p:cNvSpPr/>
                <p:nvPr/>
              </p:nvSpPr>
              <p:spPr>
                <a:xfrm>
                  <a:off x="4481450" y="4045576"/>
                  <a:ext cx="518050" cy="455949"/>
                </a:xfrm>
                <a:custGeom>
                  <a:rect b="b" l="l" r="r" t="t"/>
                  <a:pathLst>
                    <a:path extrusionOk="0" h="343" w="390">
                      <a:moveTo>
                        <a:pt x="11" y="175"/>
                      </a:moveTo>
                      <a:cubicBezTo>
                        <a:pt x="16" y="179"/>
                        <a:pt x="37" y="180"/>
                        <a:pt x="44" y="186"/>
                      </a:cubicBezTo>
                      <a:cubicBezTo>
                        <a:pt x="51" y="191"/>
                        <a:pt x="79" y="180"/>
                        <a:pt x="79" y="180"/>
                      </a:cubicBezTo>
                      <a:cubicBezTo>
                        <a:pt x="79" y="180"/>
                        <a:pt x="93" y="178"/>
                        <a:pt x="97" y="175"/>
                      </a:cubicBezTo>
                      <a:cubicBezTo>
                        <a:pt x="101" y="172"/>
                        <a:pt x="114" y="172"/>
                        <a:pt x="127" y="167"/>
                      </a:cubicBezTo>
                      <a:cubicBezTo>
                        <a:pt x="140" y="162"/>
                        <a:pt x="167" y="150"/>
                        <a:pt x="175" y="147"/>
                      </a:cubicBezTo>
                      <a:cubicBezTo>
                        <a:pt x="183" y="144"/>
                        <a:pt x="173" y="148"/>
                        <a:pt x="191" y="140"/>
                      </a:cubicBezTo>
                      <a:cubicBezTo>
                        <a:pt x="210" y="132"/>
                        <a:pt x="221" y="124"/>
                        <a:pt x="229" y="121"/>
                      </a:cubicBezTo>
                      <a:cubicBezTo>
                        <a:pt x="236" y="117"/>
                        <a:pt x="245" y="107"/>
                        <a:pt x="261" y="98"/>
                      </a:cubicBezTo>
                      <a:cubicBezTo>
                        <a:pt x="276" y="89"/>
                        <a:pt x="286" y="86"/>
                        <a:pt x="288" y="75"/>
                      </a:cubicBezTo>
                      <a:cubicBezTo>
                        <a:pt x="291" y="64"/>
                        <a:pt x="302" y="65"/>
                        <a:pt x="308" y="38"/>
                      </a:cubicBezTo>
                      <a:cubicBezTo>
                        <a:pt x="313" y="12"/>
                        <a:pt x="323" y="0"/>
                        <a:pt x="323" y="0"/>
                      </a:cubicBezTo>
                      <a:cubicBezTo>
                        <a:pt x="328" y="0"/>
                        <a:pt x="328" y="0"/>
                        <a:pt x="328" y="0"/>
                      </a:cubicBezTo>
                      <a:cubicBezTo>
                        <a:pt x="328" y="15"/>
                        <a:pt x="328" y="15"/>
                        <a:pt x="328" y="15"/>
                      </a:cubicBezTo>
                      <a:cubicBezTo>
                        <a:pt x="355" y="21"/>
                        <a:pt x="355" y="21"/>
                        <a:pt x="355" y="21"/>
                      </a:cubicBezTo>
                      <a:cubicBezTo>
                        <a:pt x="351" y="29"/>
                        <a:pt x="376" y="42"/>
                        <a:pt x="379" y="49"/>
                      </a:cubicBezTo>
                      <a:cubicBezTo>
                        <a:pt x="382" y="56"/>
                        <a:pt x="377" y="49"/>
                        <a:pt x="382" y="56"/>
                      </a:cubicBezTo>
                      <a:cubicBezTo>
                        <a:pt x="387" y="63"/>
                        <a:pt x="390" y="77"/>
                        <a:pt x="390" y="77"/>
                      </a:cubicBezTo>
                      <a:cubicBezTo>
                        <a:pt x="390" y="77"/>
                        <a:pt x="347" y="64"/>
                        <a:pt x="366" y="84"/>
                      </a:cubicBezTo>
                      <a:cubicBezTo>
                        <a:pt x="386" y="105"/>
                        <a:pt x="386" y="105"/>
                        <a:pt x="386" y="105"/>
                      </a:cubicBezTo>
                      <a:cubicBezTo>
                        <a:pt x="366" y="108"/>
                        <a:pt x="366" y="108"/>
                        <a:pt x="366" y="108"/>
                      </a:cubicBezTo>
                      <a:cubicBezTo>
                        <a:pt x="366" y="108"/>
                        <a:pt x="344" y="104"/>
                        <a:pt x="340" y="104"/>
                      </a:cubicBezTo>
                      <a:cubicBezTo>
                        <a:pt x="336" y="104"/>
                        <a:pt x="340" y="88"/>
                        <a:pt x="317" y="98"/>
                      </a:cubicBezTo>
                      <a:cubicBezTo>
                        <a:pt x="294" y="108"/>
                        <a:pt x="298" y="103"/>
                        <a:pt x="276" y="121"/>
                      </a:cubicBezTo>
                      <a:cubicBezTo>
                        <a:pt x="253" y="139"/>
                        <a:pt x="243" y="135"/>
                        <a:pt x="239" y="147"/>
                      </a:cubicBezTo>
                      <a:cubicBezTo>
                        <a:pt x="235" y="159"/>
                        <a:pt x="229" y="157"/>
                        <a:pt x="216" y="165"/>
                      </a:cubicBezTo>
                      <a:cubicBezTo>
                        <a:pt x="202" y="173"/>
                        <a:pt x="187" y="182"/>
                        <a:pt x="179" y="187"/>
                      </a:cubicBezTo>
                      <a:cubicBezTo>
                        <a:pt x="171" y="192"/>
                        <a:pt x="152" y="209"/>
                        <a:pt x="151" y="219"/>
                      </a:cubicBezTo>
                      <a:cubicBezTo>
                        <a:pt x="150" y="229"/>
                        <a:pt x="146" y="243"/>
                        <a:pt x="142" y="249"/>
                      </a:cubicBezTo>
                      <a:cubicBezTo>
                        <a:pt x="138" y="255"/>
                        <a:pt x="125" y="311"/>
                        <a:pt x="124" y="316"/>
                      </a:cubicBezTo>
                      <a:cubicBezTo>
                        <a:pt x="123" y="322"/>
                        <a:pt x="128" y="318"/>
                        <a:pt x="124" y="324"/>
                      </a:cubicBezTo>
                      <a:cubicBezTo>
                        <a:pt x="121" y="331"/>
                        <a:pt x="109" y="337"/>
                        <a:pt x="109" y="337"/>
                      </a:cubicBezTo>
                      <a:cubicBezTo>
                        <a:pt x="91" y="337"/>
                        <a:pt x="91" y="337"/>
                        <a:pt x="91" y="337"/>
                      </a:cubicBezTo>
                      <a:cubicBezTo>
                        <a:pt x="91" y="337"/>
                        <a:pt x="108" y="343"/>
                        <a:pt x="63" y="304"/>
                      </a:cubicBezTo>
                      <a:cubicBezTo>
                        <a:pt x="19" y="264"/>
                        <a:pt x="0" y="216"/>
                        <a:pt x="3" y="213"/>
                      </a:cubicBezTo>
                      <a:cubicBezTo>
                        <a:pt x="6" y="210"/>
                        <a:pt x="6" y="203"/>
                        <a:pt x="6" y="193"/>
                      </a:cubicBezTo>
                      <a:cubicBezTo>
                        <a:pt x="6" y="183"/>
                        <a:pt x="3" y="176"/>
                        <a:pt x="3" y="176"/>
                      </a:cubicBez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9" name="Google Shape;229;p9"/>
              <p:cNvGrpSpPr/>
              <p:nvPr/>
            </p:nvGrpSpPr>
            <p:grpSpPr>
              <a:xfrm>
                <a:off x="8008776" y="3011994"/>
                <a:ext cx="1240273" cy="1985047"/>
                <a:chOff x="8338876" y="2933394"/>
                <a:chExt cx="1240273" cy="1985047"/>
              </a:xfrm>
            </p:grpSpPr>
            <p:sp>
              <p:nvSpPr>
                <p:cNvPr id="230" name="Google Shape;230;p9"/>
                <p:cNvSpPr/>
                <p:nvPr/>
              </p:nvSpPr>
              <p:spPr>
                <a:xfrm>
                  <a:off x="8534280" y="4898272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9"/>
                <p:cNvSpPr/>
                <p:nvPr/>
              </p:nvSpPr>
              <p:spPr>
                <a:xfrm flipH="1">
                  <a:off x="8367866" y="3562420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9"/>
                <p:cNvSpPr/>
                <p:nvPr/>
              </p:nvSpPr>
              <p:spPr>
                <a:xfrm flipH="1">
                  <a:off x="8367867" y="3685956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9"/>
                <p:cNvSpPr/>
                <p:nvPr/>
              </p:nvSpPr>
              <p:spPr>
                <a:xfrm flipH="1">
                  <a:off x="8506515" y="3471658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9"/>
                <p:cNvSpPr/>
                <p:nvPr/>
              </p:nvSpPr>
              <p:spPr>
                <a:xfrm flipH="1">
                  <a:off x="8506515" y="3503173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9"/>
                <p:cNvSpPr/>
                <p:nvPr/>
              </p:nvSpPr>
              <p:spPr>
                <a:xfrm flipH="1">
                  <a:off x="8577100" y="2933394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p9"/>
                <p:cNvSpPr/>
                <p:nvPr/>
              </p:nvSpPr>
              <p:spPr>
                <a:xfrm flipH="1">
                  <a:off x="8656506" y="2993901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" name="Google Shape;237;p9"/>
                <p:cNvSpPr/>
                <p:nvPr/>
              </p:nvSpPr>
              <p:spPr>
                <a:xfrm flipH="1">
                  <a:off x="8345178" y="3305263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9"/>
                <p:cNvSpPr/>
                <p:nvPr/>
              </p:nvSpPr>
              <p:spPr>
                <a:xfrm flipH="1">
                  <a:off x="8338876" y="3296439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9"/>
                <p:cNvSpPr/>
                <p:nvPr/>
              </p:nvSpPr>
              <p:spPr>
                <a:xfrm flipH="1">
                  <a:off x="8380470" y="3350643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9"/>
                <p:cNvSpPr/>
                <p:nvPr/>
              </p:nvSpPr>
              <p:spPr>
                <a:xfrm flipH="1">
                  <a:off x="8761123" y="3208199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9"/>
                <p:cNvSpPr/>
                <p:nvPr/>
              </p:nvSpPr>
              <p:spPr>
                <a:xfrm flipH="1">
                  <a:off x="8782551" y="3220804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9"/>
                <p:cNvSpPr/>
                <p:nvPr/>
              </p:nvSpPr>
              <p:spPr>
                <a:xfrm flipH="1">
                  <a:off x="8977919" y="3230889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" name="Google Shape;243;p9"/>
                <p:cNvSpPr/>
                <p:nvPr/>
              </p:nvSpPr>
              <p:spPr>
                <a:xfrm flipH="1">
                  <a:off x="8986743" y="3286354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" name="Google Shape;244;p9"/>
                <p:cNvSpPr/>
                <p:nvPr/>
              </p:nvSpPr>
              <p:spPr>
                <a:xfrm flipH="1">
                  <a:off x="9160683" y="3340559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p9"/>
                <p:cNvSpPr/>
                <p:nvPr/>
              </p:nvSpPr>
              <p:spPr>
                <a:xfrm flipH="1">
                  <a:off x="9166985" y="3379637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9"/>
                <p:cNvSpPr/>
                <p:nvPr/>
              </p:nvSpPr>
              <p:spPr>
                <a:xfrm flipH="1">
                  <a:off x="9236309" y="3547293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9"/>
                <p:cNvSpPr/>
                <p:nvPr/>
              </p:nvSpPr>
              <p:spPr>
                <a:xfrm flipH="1">
                  <a:off x="9238831" y="3562420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9"/>
                <p:cNvSpPr/>
                <p:nvPr/>
              </p:nvSpPr>
              <p:spPr>
                <a:xfrm flipH="1">
                  <a:off x="9212361" y="3759069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" name="Google Shape;249;p9"/>
                <p:cNvSpPr/>
                <p:nvPr/>
              </p:nvSpPr>
              <p:spPr>
                <a:xfrm flipH="1">
                  <a:off x="9212361" y="3767894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" name="Google Shape;250;p9"/>
                <p:cNvSpPr/>
                <p:nvPr/>
              </p:nvSpPr>
              <p:spPr>
                <a:xfrm flipH="1">
                  <a:off x="9122869" y="3968325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9"/>
                <p:cNvSpPr/>
                <p:nvPr/>
              </p:nvSpPr>
              <p:spPr>
                <a:xfrm flipH="1">
                  <a:off x="9122869" y="3975888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" name="Google Shape;252;p9"/>
                <p:cNvSpPr/>
                <p:nvPr/>
              </p:nvSpPr>
              <p:spPr>
                <a:xfrm flipH="1">
                  <a:off x="8985482" y="4117072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" name="Google Shape;253;p9"/>
                <p:cNvSpPr/>
                <p:nvPr/>
              </p:nvSpPr>
              <p:spPr>
                <a:xfrm flipH="1">
                  <a:off x="8985482" y="4123376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" name="Google Shape;254;p9"/>
                <p:cNvSpPr/>
                <p:nvPr/>
              </p:nvSpPr>
              <p:spPr>
                <a:xfrm flipH="1">
                  <a:off x="8786332" y="4229264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" name="Google Shape;255;p9"/>
                <p:cNvSpPr/>
                <p:nvPr/>
              </p:nvSpPr>
              <p:spPr>
                <a:xfrm flipH="1">
                  <a:off x="8786332" y="4233045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6" name="Google Shape;256;p9"/>
            <p:cNvGrpSpPr/>
            <p:nvPr/>
          </p:nvGrpSpPr>
          <p:grpSpPr>
            <a:xfrm>
              <a:off x="7018585" y="2584304"/>
              <a:ext cx="976846" cy="936613"/>
              <a:chOff x="821135" y="1025991"/>
              <a:chExt cx="976846" cy="936613"/>
            </a:xfrm>
          </p:grpSpPr>
          <p:sp>
            <p:nvSpPr>
              <p:cNvPr id="257" name="Google Shape;257;p9"/>
              <p:cNvSpPr/>
              <p:nvPr/>
            </p:nvSpPr>
            <p:spPr>
              <a:xfrm>
                <a:off x="821135" y="1136625"/>
                <a:ext cx="976846" cy="825979"/>
              </a:xfrm>
              <a:custGeom>
                <a:rect b="b" l="l" r="r" t="t"/>
                <a:pathLst>
                  <a:path extrusionOk="0" h="466" w="551">
                    <a:moveTo>
                      <a:pt x="430" y="54"/>
                    </a:moveTo>
                    <a:cubicBezTo>
                      <a:pt x="345" y="0"/>
                      <a:pt x="289" y="80"/>
                      <a:pt x="275" y="104"/>
                    </a:cubicBezTo>
                    <a:cubicBezTo>
                      <a:pt x="261" y="80"/>
                      <a:pt x="206" y="0"/>
                      <a:pt x="120" y="54"/>
                    </a:cubicBezTo>
                    <a:cubicBezTo>
                      <a:pt x="0" y="129"/>
                      <a:pt x="41" y="466"/>
                      <a:pt x="275" y="359"/>
                    </a:cubicBezTo>
                    <a:cubicBezTo>
                      <a:pt x="510" y="466"/>
                      <a:pt x="551" y="129"/>
                      <a:pt x="430" y="5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979542" y="1207028"/>
                <a:ext cx="720377" cy="603456"/>
              </a:xfrm>
              <a:custGeom>
                <a:rect b="b" l="l" r="r" t="t"/>
                <a:pathLst>
                  <a:path extrusionOk="0" h="340" w="407">
                    <a:moveTo>
                      <a:pt x="311" y="0"/>
                    </a:moveTo>
                    <a:cubicBezTo>
                      <a:pt x="374" y="94"/>
                      <a:pt x="344" y="292"/>
                      <a:pt x="206" y="292"/>
                    </a:cubicBezTo>
                    <a:cubicBezTo>
                      <a:pt x="182" y="292"/>
                      <a:pt x="153" y="286"/>
                      <a:pt x="122" y="271"/>
                    </a:cubicBezTo>
                    <a:cubicBezTo>
                      <a:pt x="90" y="286"/>
                      <a:pt x="62" y="292"/>
                      <a:pt x="37" y="292"/>
                    </a:cubicBezTo>
                    <a:cubicBezTo>
                      <a:pt x="24" y="292"/>
                      <a:pt x="12" y="290"/>
                      <a:pt x="0" y="287"/>
                    </a:cubicBezTo>
                    <a:cubicBezTo>
                      <a:pt x="23" y="319"/>
                      <a:pt x="57" y="340"/>
                      <a:pt x="102" y="340"/>
                    </a:cubicBezTo>
                    <a:cubicBezTo>
                      <a:pt x="126" y="340"/>
                      <a:pt x="155" y="334"/>
                      <a:pt x="186" y="319"/>
                    </a:cubicBezTo>
                    <a:cubicBezTo>
                      <a:pt x="218" y="334"/>
                      <a:pt x="246" y="340"/>
                      <a:pt x="271" y="340"/>
                    </a:cubicBezTo>
                    <a:cubicBezTo>
                      <a:pt x="363" y="340"/>
                      <a:pt x="407" y="251"/>
                      <a:pt x="407" y="164"/>
                    </a:cubicBezTo>
                    <a:cubicBezTo>
                      <a:pt x="407" y="102"/>
                      <a:pt x="385" y="41"/>
                      <a:pt x="341" y="14"/>
                    </a:cubicBezTo>
                    <a:cubicBezTo>
                      <a:pt x="341" y="14"/>
                      <a:pt x="341" y="14"/>
                      <a:pt x="341" y="14"/>
                    </a:cubicBezTo>
                    <a:cubicBezTo>
                      <a:pt x="330" y="7"/>
                      <a:pt x="320" y="3"/>
                      <a:pt x="31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1002173" y="1227143"/>
                <a:ext cx="38974" cy="30173"/>
              </a:xfrm>
              <a:custGeom>
                <a:rect b="b" l="l" r="r" t="t"/>
                <a:pathLst>
                  <a:path extrusionOk="0" h="17" w="22">
                    <a:moveTo>
                      <a:pt x="0" y="17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moveTo>
                      <a:pt x="1" y="17"/>
                    </a:move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moveTo>
                      <a:pt x="1" y="17"/>
                    </a:move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1" y="17"/>
                      <a:pt x="1" y="17"/>
                    </a:cubicBezTo>
                    <a:moveTo>
                      <a:pt x="1" y="16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6"/>
                    </a:cubicBezTo>
                    <a:moveTo>
                      <a:pt x="2" y="16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2" y="16"/>
                    </a:cubicBezTo>
                    <a:moveTo>
                      <a:pt x="2" y="16"/>
                    </a:moveTo>
                    <a:cubicBezTo>
                      <a:pt x="2" y="16"/>
                      <a:pt x="2" y="16"/>
                      <a:pt x="2" y="16"/>
                    </a:cubicBezTo>
                    <a:cubicBezTo>
                      <a:pt x="2" y="16"/>
                      <a:pt x="2" y="16"/>
                      <a:pt x="2" y="16"/>
                    </a:cubicBezTo>
                    <a:moveTo>
                      <a:pt x="2" y="15"/>
                    </a:moveTo>
                    <a:cubicBezTo>
                      <a:pt x="2" y="15"/>
                      <a:pt x="2" y="15"/>
                      <a:pt x="2" y="16"/>
                    </a:cubicBezTo>
                    <a:cubicBezTo>
                      <a:pt x="2" y="15"/>
                      <a:pt x="2" y="15"/>
                      <a:pt x="2" y="15"/>
                    </a:cubicBezTo>
                    <a:moveTo>
                      <a:pt x="2" y="15"/>
                    </a:moveTo>
                    <a:cubicBezTo>
                      <a:pt x="2" y="15"/>
                      <a:pt x="2" y="15"/>
                      <a:pt x="2" y="15"/>
                    </a:cubicBezTo>
                    <a:cubicBezTo>
                      <a:pt x="2" y="15"/>
                      <a:pt x="2" y="15"/>
                      <a:pt x="2" y="15"/>
                    </a:cubicBezTo>
                    <a:moveTo>
                      <a:pt x="3" y="15"/>
                    </a:move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moveTo>
                      <a:pt x="3" y="14"/>
                    </a:move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moveTo>
                      <a:pt x="4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moveTo>
                      <a:pt x="4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moveTo>
                      <a:pt x="4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moveTo>
                      <a:pt x="4" y="13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4" y="13"/>
                      <a:pt x="4" y="13"/>
                      <a:pt x="4" y="13"/>
                    </a:cubicBezTo>
                    <a:moveTo>
                      <a:pt x="5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moveTo>
                      <a:pt x="5" y="13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moveTo>
                      <a:pt x="5" y="12"/>
                    </a:move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2"/>
                    </a:cubicBezTo>
                    <a:moveTo>
                      <a:pt x="6" y="12"/>
                    </a:moveTo>
                    <a:cubicBezTo>
                      <a:pt x="6" y="12"/>
                      <a:pt x="6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7" y="11"/>
                    </a:moveTo>
                    <a:cubicBezTo>
                      <a:pt x="7" y="11"/>
                      <a:pt x="7" y="11"/>
                      <a:pt x="6" y="12"/>
                    </a:cubicBezTo>
                    <a:cubicBezTo>
                      <a:pt x="7" y="11"/>
                      <a:pt x="7" y="11"/>
                      <a:pt x="7" y="11"/>
                    </a:cubicBezTo>
                    <a:moveTo>
                      <a:pt x="7" y="11"/>
                    </a:move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moveTo>
                      <a:pt x="7" y="11"/>
                    </a:move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moveTo>
                      <a:pt x="8" y="11"/>
                    </a:move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8" y="11"/>
                    </a:cubicBezTo>
                    <a:moveTo>
                      <a:pt x="8" y="10"/>
                    </a:moveTo>
                    <a:cubicBezTo>
                      <a:pt x="8" y="10"/>
                      <a:pt x="8" y="10"/>
                      <a:pt x="8" y="11"/>
                    </a:cubicBezTo>
                    <a:cubicBezTo>
                      <a:pt x="8" y="10"/>
                      <a:pt x="8" y="10"/>
                      <a:pt x="8" y="10"/>
                    </a:cubicBezTo>
                    <a:moveTo>
                      <a:pt x="8" y="10"/>
                    </a:moveTo>
                    <a:cubicBezTo>
                      <a:pt x="8" y="10"/>
                      <a:pt x="8" y="10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moveTo>
                      <a:pt x="9" y="9"/>
                    </a:moveTo>
                    <a:cubicBezTo>
                      <a:pt x="9" y="10"/>
                      <a:pt x="9" y="10"/>
                      <a:pt x="8" y="10"/>
                    </a:cubicBezTo>
                    <a:cubicBezTo>
                      <a:pt x="9" y="10"/>
                      <a:pt x="9" y="10"/>
                      <a:pt x="9" y="9"/>
                    </a:cubicBezTo>
                    <a:moveTo>
                      <a:pt x="10" y="9"/>
                    </a:move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9" y="9"/>
                      <a:pt x="10" y="9"/>
                    </a:cubicBezTo>
                    <a:moveTo>
                      <a:pt x="10" y="9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moveTo>
                      <a:pt x="10" y="9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moveTo>
                      <a:pt x="10" y="8"/>
                    </a:moveTo>
                    <a:cubicBezTo>
                      <a:pt x="10" y="8"/>
                      <a:pt x="10" y="8"/>
                      <a:pt x="10" y="9"/>
                    </a:cubicBezTo>
                    <a:cubicBezTo>
                      <a:pt x="10" y="8"/>
                      <a:pt x="10" y="8"/>
                      <a:pt x="10" y="8"/>
                    </a:cubicBezTo>
                    <a:moveTo>
                      <a:pt x="11" y="8"/>
                    </a:moveTo>
                    <a:cubicBezTo>
                      <a:pt x="11" y="8"/>
                      <a:pt x="11" y="8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moveTo>
                      <a:pt x="11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moveTo>
                      <a:pt x="11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moveTo>
                      <a:pt x="12" y="7"/>
                    </a:moveTo>
                    <a:cubicBezTo>
                      <a:pt x="12" y="7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moveTo>
                      <a:pt x="13" y="7"/>
                    </a:moveTo>
                    <a:cubicBezTo>
                      <a:pt x="13" y="7"/>
                      <a:pt x="13" y="7"/>
                      <a:pt x="12" y="7"/>
                    </a:cubicBezTo>
                    <a:cubicBezTo>
                      <a:pt x="13" y="7"/>
                      <a:pt x="13" y="7"/>
                      <a:pt x="13" y="7"/>
                    </a:cubicBezTo>
                    <a:moveTo>
                      <a:pt x="13" y="6"/>
                    </a:moveTo>
                    <a:cubicBezTo>
                      <a:pt x="13" y="6"/>
                      <a:pt x="13" y="7"/>
                      <a:pt x="13" y="7"/>
                    </a:cubicBezTo>
                    <a:cubicBezTo>
                      <a:pt x="13" y="7"/>
                      <a:pt x="13" y="6"/>
                      <a:pt x="13" y="6"/>
                    </a:cubicBezTo>
                    <a:moveTo>
                      <a:pt x="13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moveTo>
                      <a:pt x="14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4" y="6"/>
                    </a:cubicBezTo>
                    <a:moveTo>
                      <a:pt x="14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moveTo>
                      <a:pt x="14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moveTo>
                      <a:pt x="14" y="5"/>
                    </a:move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moveTo>
                      <a:pt x="15" y="5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moveTo>
                      <a:pt x="15" y="5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moveTo>
                      <a:pt x="16" y="5"/>
                    </a:moveTo>
                    <a:cubicBezTo>
                      <a:pt x="16" y="5"/>
                      <a:pt x="15" y="5"/>
                      <a:pt x="15" y="5"/>
                    </a:cubicBezTo>
                    <a:cubicBezTo>
                      <a:pt x="15" y="5"/>
                      <a:pt x="16" y="5"/>
                      <a:pt x="16" y="5"/>
                    </a:cubicBezTo>
                    <a:moveTo>
                      <a:pt x="16" y="4"/>
                    </a:moveTo>
                    <a:cubicBezTo>
                      <a:pt x="16" y="4"/>
                      <a:pt x="16" y="4"/>
                      <a:pt x="16" y="5"/>
                    </a:cubicBezTo>
                    <a:cubicBezTo>
                      <a:pt x="16" y="4"/>
                      <a:pt x="16" y="4"/>
                      <a:pt x="16" y="4"/>
                    </a:cubicBezTo>
                    <a:moveTo>
                      <a:pt x="16" y="4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moveTo>
                      <a:pt x="17" y="4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7" y="4"/>
                    </a:cubicBezTo>
                    <a:moveTo>
                      <a:pt x="17" y="4"/>
                    </a:move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moveTo>
                      <a:pt x="17" y="4"/>
                    </a:move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moveTo>
                      <a:pt x="17" y="3"/>
                    </a:moveTo>
                    <a:cubicBezTo>
                      <a:pt x="17" y="3"/>
                      <a:pt x="17" y="3"/>
                      <a:pt x="17" y="3"/>
                    </a:cubicBezTo>
                    <a:cubicBezTo>
                      <a:pt x="17" y="3"/>
                      <a:pt x="17" y="3"/>
                      <a:pt x="17" y="3"/>
                    </a:cubicBezTo>
                    <a:moveTo>
                      <a:pt x="18" y="3"/>
                    </a:move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moveTo>
                      <a:pt x="18" y="3"/>
                    </a:move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moveTo>
                      <a:pt x="22" y="1"/>
                    </a:moveTo>
                    <a:cubicBezTo>
                      <a:pt x="21" y="1"/>
                      <a:pt x="20" y="2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20" y="2"/>
                      <a:pt x="21" y="1"/>
                      <a:pt x="22" y="1"/>
                    </a:cubicBezTo>
                    <a:moveTo>
                      <a:pt x="22" y="0"/>
                    </a:move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2" y="1"/>
                      <a:pt x="2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899081" y="1200742"/>
                <a:ext cx="302985" cy="417390"/>
              </a:xfrm>
              <a:custGeom>
                <a:rect b="b" l="l" r="r" t="t"/>
                <a:pathLst>
                  <a:path extrusionOk="0" h="236" w="171">
                    <a:moveTo>
                      <a:pt x="133" y="0"/>
                    </a:moveTo>
                    <a:cubicBezTo>
                      <a:pt x="117" y="0"/>
                      <a:pt x="99" y="4"/>
                      <a:pt x="80" y="15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8" y="17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8"/>
                      <a:pt x="76" y="18"/>
                      <a:pt x="75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19"/>
                    </a:cubicBezTo>
                    <a:cubicBezTo>
                      <a:pt x="74" y="19"/>
                      <a:pt x="74" y="19"/>
                      <a:pt x="74" y="20"/>
                    </a:cubicBezTo>
                    <a:cubicBezTo>
                      <a:pt x="74" y="20"/>
                      <a:pt x="74" y="20"/>
                      <a:pt x="74" y="20"/>
                    </a:cubicBezTo>
                    <a:cubicBezTo>
                      <a:pt x="74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3" y="20"/>
                    </a:cubicBezTo>
                    <a:cubicBezTo>
                      <a:pt x="73" y="20"/>
                      <a:pt x="73" y="20"/>
                      <a:pt x="72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71" y="21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0" y="22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70" y="22"/>
                      <a:pt x="70" y="22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9" y="23"/>
                      <a:pt x="69" y="23"/>
                      <a:pt x="68" y="23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68" y="23"/>
                      <a:pt x="68" y="23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7" y="25"/>
                      <a:pt x="67" y="25"/>
                      <a:pt x="66" y="25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66" y="25"/>
                      <a:pt x="66" y="25"/>
                      <a:pt x="66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65" y="26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7"/>
                      <a:pt x="64" y="27"/>
                      <a:pt x="63" y="27"/>
                    </a:cubicBezTo>
                    <a:cubicBezTo>
                      <a:pt x="63" y="27"/>
                      <a:pt x="63" y="27"/>
                      <a:pt x="63" y="27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28"/>
                      <a:pt x="63" y="28"/>
                      <a:pt x="62" y="28"/>
                    </a:cubicBezTo>
                    <a:cubicBezTo>
                      <a:pt x="62" y="28"/>
                      <a:pt x="62" y="28"/>
                      <a:pt x="62" y="28"/>
                    </a:cubicBezTo>
                    <a:cubicBezTo>
                      <a:pt x="62" y="28"/>
                      <a:pt x="62" y="28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2" y="29"/>
                      <a:pt x="62" y="29"/>
                      <a:pt x="62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1" y="29"/>
                      <a:pt x="61" y="30"/>
                      <a:pt x="61" y="30"/>
                    </a:cubicBezTo>
                    <a:cubicBezTo>
                      <a:pt x="61" y="30"/>
                      <a:pt x="61" y="30"/>
                      <a:pt x="61" y="30"/>
                    </a:cubicBezTo>
                    <a:cubicBezTo>
                      <a:pt x="61" y="30"/>
                      <a:pt x="61" y="30"/>
                      <a:pt x="60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0" y="30"/>
                      <a:pt x="60" y="30"/>
                      <a:pt x="60" y="3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59" y="32"/>
                      <a:pt x="58" y="32"/>
                      <a:pt x="58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15" y="75"/>
                      <a:pt x="0" y="158"/>
                      <a:pt x="17" y="227"/>
                    </a:cubicBezTo>
                    <a:cubicBezTo>
                      <a:pt x="29" y="233"/>
                      <a:pt x="42" y="236"/>
                      <a:pt x="55" y="236"/>
                    </a:cubicBezTo>
                    <a:cubicBezTo>
                      <a:pt x="119" y="236"/>
                      <a:pt x="171" y="161"/>
                      <a:pt x="171" y="68"/>
                    </a:cubicBezTo>
                    <a:cubicBezTo>
                      <a:pt x="171" y="57"/>
                      <a:pt x="170" y="47"/>
                      <a:pt x="169" y="37"/>
                    </a:cubicBezTo>
                    <a:cubicBezTo>
                      <a:pt x="155" y="26"/>
                      <a:pt x="143" y="13"/>
                      <a:pt x="134" y="0"/>
                    </a:cubicBezTo>
                    <a:cubicBezTo>
                      <a:pt x="134" y="0"/>
                      <a:pt x="133" y="0"/>
                      <a:pt x="133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1080119" y="1068736"/>
                <a:ext cx="230068" cy="242640"/>
              </a:xfrm>
              <a:custGeom>
                <a:rect b="b" l="l" r="r" t="t"/>
                <a:pathLst>
                  <a:path extrusionOk="0" h="137" w="130">
                    <a:moveTo>
                      <a:pt x="130" y="137"/>
                    </a:moveTo>
                    <a:cubicBezTo>
                      <a:pt x="130" y="137"/>
                      <a:pt x="112" y="24"/>
                      <a:pt x="0" y="0"/>
                    </a:cubicBezTo>
                    <a:cubicBezTo>
                      <a:pt x="0" y="0"/>
                      <a:pt x="24" y="122"/>
                      <a:pt x="130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1087662" y="1076279"/>
                <a:ext cx="217496" cy="230067"/>
              </a:xfrm>
              <a:custGeom>
                <a:rect b="b" l="l" r="r" t="t"/>
                <a:pathLst>
                  <a:path extrusionOk="0" h="130" w="123">
                    <a:moveTo>
                      <a:pt x="1" y="2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8" y="9"/>
                      <a:pt x="14" y="17"/>
                      <a:pt x="20" y="24"/>
                    </a:cubicBezTo>
                    <a:cubicBezTo>
                      <a:pt x="20" y="13"/>
                      <a:pt x="16" y="5"/>
                      <a:pt x="16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5"/>
                      <a:pt x="21" y="13"/>
                      <a:pt x="22" y="26"/>
                    </a:cubicBezTo>
                    <a:cubicBezTo>
                      <a:pt x="23" y="28"/>
                      <a:pt x="25" y="30"/>
                      <a:pt x="27" y="32"/>
                    </a:cubicBezTo>
                    <a:cubicBezTo>
                      <a:pt x="29" y="34"/>
                      <a:pt x="31" y="36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8" y="45"/>
                      <a:pt x="43" y="50"/>
                      <a:pt x="48" y="56"/>
                    </a:cubicBezTo>
                    <a:cubicBezTo>
                      <a:pt x="48" y="43"/>
                      <a:pt x="46" y="30"/>
                      <a:pt x="43" y="19"/>
                    </a:cubicBezTo>
                    <a:cubicBezTo>
                      <a:pt x="43" y="18"/>
                      <a:pt x="44" y="17"/>
                      <a:pt x="45" y="18"/>
                    </a:cubicBezTo>
                    <a:cubicBezTo>
                      <a:pt x="46" y="22"/>
                      <a:pt x="47" y="27"/>
                      <a:pt x="47" y="31"/>
                    </a:cubicBezTo>
                    <a:cubicBezTo>
                      <a:pt x="49" y="40"/>
                      <a:pt x="50" y="49"/>
                      <a:pt x="49" y="58"/>
                    </a:cubicBezTo>
                    <a:cubicBezTo>
                      <a:pt x="60" y="69"/>
                      <a:pt x="70" y="80"/>
                      <a:pt x="81" y="91"/>
                    </a:cubicBezTo>
                    <a:cubicBezTo>
                      <a:pt x="81" y="76"/>
                      <a:pt x="78" y="60"/>
                      <a:pt x="73" y="46"/>
                    </a:cubicBezTo>
                    <a:cubicBezTo>
                      <a:pt x="72" y="45"/>
                      <a:pt x="72" y="44"/>
                      <a:pt x="71" y="43"/>
                    </a:cubicBezTo>
                    <a:cubicBezTo>
                      <a:pt x="71" y="42"/>
                      <a:pt x="72" y="41"/>
                      <a:pt x="73" y="42"/>
                    </a:cubicBezTo>
                    <a:cubicBezTo>
                      <a:pt x="78" y="53"/>
                      <a:pt x="81" y="65"/>
                      <a:pt x="82" y="77"/>
                    </a:cubicBezTo>
                    <a:cubicBezTo>
                      <a:pt x="82" y="82"/>
                      <a:pt x="83" y="87"/>
                      <a:pt x="82" y="92"/>
                    </a:cubicBezTo>
                    <a:cubicBezTo>
                      <a:pt x="83" y="93"/>
                      <a:pt x="84" y="94"/>
                      <a:pt x="84" y="94"/>
                    </a:cubicBezTo>
                    <a:cubicBezTo>
                      <a:pt x="89" y="99"/>
                      <a:pt x="94" y="104"/>
                      <a:pt x="100" y="109"/>
                    </a:cubicBezTo>
                    <a:cubicBezTo>
                      <a:pt x="100" y="109"/>
                      <a:pt x="100" y="109"/>
                      <a:pt x="100" y="109"/>
                    </a:cubicBezTo>
                    <a:cubicBezTo>
                      <a:pt x="103" y="112"/>
                      <a:pt x="107" y="115"/>
                      <a:pt x="110" y="118"/>
                    </a:cubicBezTo>
                    <a:cubicBezTo>
                      <a:pt x="109" y="109"/>
                      <a:pt x="107" y="100"/>
                      <a:pt x="103" y="91"/>
                    </a:cubicBezTo>
                    <a:cubicBezTo>
                      <a:pt x="102" y="87"/>
                      <a:pt x="100" y="82"/>
                      <a:pt x="98" y="77"/>
                    </a:cubicBezTo>
                    <a:cubicBezTo>
                      <a:pt x="97" y="76"/>
                      <a:pt x="98" y="75"/>
                      <a:pt x="99" y="76"/>
                    </a:cubicBezTo>
                    <a:cubicBezTo>
                      <a:pt x="101" y="81"/>
                      <a:pt x="103" y="86"/>
                      <a:pt x="105" y="91"/>
                    </a:cubicBezTo>
                    <a:cubicBezTo>
                      <a:pt x="108" y="100"/>
                      <a:pt x="111" y="110"/>
                      <a:pt x="112" y="120"/>
                    </a:cubicBezTo>
                    <a:cubicBezTo>
                      <a:pt x="115" y="123"/>
                      <a:pt x="119" y="125"/>
                      <a:pt x="123" y="128"/>
                    </a:cubicBezTo>
                    <a:cubicBezTo>
                      <a:pt x="123" y="129"/>
                      <a:pt x="123" y="130"/>
                      <a:pt x="122" y="130"/>
                    </a:cubicBezTo>
                    <a:cubicBezTo>
                      <a:pt x="114" y="124"/>
                      <a:pt x="106" y="117"/>
                      <a:pt x="99" y="110"/>
                    </a:cubicBezTo>
                    <a:cubicBezTo>
                      <a:pt x="84" y="108"/>
                      <a:pt x="70" y="102"/>
                      <a:pt x="58" y="94"/>
                    </a:cubicBezTo>
                    <a:cubicBezTo>
                      <a:pt x="57" y="94"/>
                      <a:pt x="56" y="93"/>
                      <a:pt x="55" y="92"/>
                    </a:cubicBezTo>
                    <a:cubicBezTo>
                      <a:pt x="55" y="92"/>
                      <a:pt x="55" y="90"/>
                      <a:pt x="56" y="91"/>
                    </a:cubicBezTo>
                    <a:cubicBezTo>
                      <a:pt x="64" y="97"/>
                      <a:pt x="74" y="102"/>
                      <a:pt x="84" y="105"/>
                    </a:cubicBezTo>
                    <a:cubicBezTo>
                      <a:pt x="88" y="106"/>
                      <a:pt x="92" y="107"/>
                      <a:pt x="96" y="108"/>
                    </a:cubicBezTo>
                    <a:cubicBezTo>
                      <a:pt x="85" y="98"/>
                      <a:pt x="74" y="87"/>
                      <a:pt x="64" y="76"/>
                    </a:cubicBezTo>
                    <a:cubicBezTo>
                      <a:pt x="57" y="75"/>
                      <a:pt x="51" y="72"/>
                      <a:pt x="45" y="70"/>
                    </a:cubicBezTo>
                    <a:cubicBezTo>
                      <a:pt x="39" y="67"/>
                      <a:pt x="33" y="64"/>
                      <a:pt x="28" y="61"/>
                    </a:cubicBezTo>
                    <a:cubicBezTo>
                      <a:pt x="27" y="60"/>
                      <a:pt x="26" y="59"/>
                      <a:pt x="24" y="59"/>
                    </a:cubicBezTo>
                    <a:cubicBezTo>
                      <a:pt x="23" y="58"/>
                      <a:pt x="24" y="57"/>
                      <a:pt x="25" y="57"/>
                    </a:cubicBezTo>
                    <a:cubicBezTo>
                      <a:pt x="34" y="63"/>
                      <a:pt x="44" y="68"/>
                      <a:pt x="54" y="72"/>
                    </a:cubicBezTo>
                    <a:cubicBezTo>
                      <a:pt x="57" y="73"/>
                      <a:pt x="59" y="73"/>
                      <a:pt x="62" y="74"/>
                    </a:cubicBezTo>
                    <a:cubicBezTo>
                      <a:pt x="60" y="72"/>
                      <a:pt x="58" y="69"/>
                      <a:pt x="56" y="67"/>
                    </a:cubicBezTo>
                    <a:cubicBezTo>
                      <a:pt x="53" y="64"/>
                      <a:pt x="51" y="61"/>
                      <a:pt x="48" y="59"/>
                    </a:cubicBezTo>
                    <a:cubicBezTo>
                      <a:pt x="48" y="58"/>
                      <a:pt x="48" y="58"/>
                      <a:pt x="48" y="58"/>
                    </a:cubicBezTo>
                    <a:cubicBezTo>
                      <a:pt x="42" y="52"/>
                      <a:pt x="37" y="46"/>
                      <a:pt x="32" y="40"/>
                    </a:cubicBezTo>
                    <a:cubicBezTo>
                      <a:pt x="24" y="38"/>
                      <a:pt x="16" y="34"/>
                      <a:pt x="10" y="29"/>
                    </a:cubicBezTo>
                    <a:cubicBezTo>
                      <a:pt x="10" y="28"/>
                      <a:pt x="9" y="28"/>
                      <a:pt x="9" y="27"/>
                    </a:cubicBezTo>
                    <a:cubicBezTo>
                      <a:pt x="8" y="27"/>
                      <a:pt x="9" y="26"/>
                      <a:pt x="10" y="26"/>
                    </a:cubicBezTo>
                    <a:cubicBezTo>
                      <a:pt x="14" y="31"/>
                      <a:pt x="19" y="34"/>
                      <a:pt x="24" y="36"/>
                    </a:cubicBezTo>
                    <a:cubicBezTo>
                      <a:pt x="26" y="37"/>
                      <a:pt x="28" y="37"/>
                      <a:pt x="30" y="38"/>
                    </a:cubicBezTo>
                    <a:cubicBezTo>
                      <a:pt x="23" y="30"/>
                      <a:pt x="16" y="21"/>
                      <a:pt x="9" y="13"/>
                    </a:cubicBezTo>
                    <a:cubicBezTo>
                      <a:pt x="6" y="9"/>
                      <a:pt x="3" y="6"/>
                      <a:pt x="1" y="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1080119" y="1068736"/>
                <a:ext cx="230068" cy="242640"/>
              </a:xfrm>
              <a:custGeom>
                <a:rect b="b" l="l" r="r" t="t"/>
                <a:pathLst>
                  <a:path extrusionOk="0" h="137" w="130">
                    <a:moveTo>
                      <a:pt x="0" y="0"/>
                    </a:moveTo>
                    <a:cubicBezTo>
                      <a:pt x="0" y="0"/>
                      <a:pt x="24" y="122"/>
                      <a:pt x="130" y="137"/>
                    </a:cubicBezTo>
                    <a:cubicBezTo>
                      <a:pt x="126" y="134"/>
                      <a:pt x="122" y="131"/>
                      <a:pt x="118" y="128"/>
                    </a:cubicBezTo>
                    <a:cubicBezTo>
                      <a:pt x="113" y="123"/>
                      <a:pt x="108" y="119"/>
                      <a:pt x="103" y="114"/>
                    </a:cubicBezTo>
                    <a:cubicBezTo>
                      <a:pt x="88" y="112"/>
                      <a:pt x="74" y="106"/>
                      <a:pt x="62" y="98"/>
                    </a:cubicBezTo>
                    <a:cubicBezTo>
                      <a:pt x="61" y="98"/>
                      <a:pt x="60" y="97"/>
                      <a:pt x="59" y="96"/>
                    </a:cubicBezTo>
                    <a:cubicBezTo>
                      <a:pt x="59" y="96"/>
                      <a:pt x="59" y="95"/>
                      <a:pt x="60" y="95"/>
                    </a:cubicBezTo>
                    <a:cubicBezTo>
                      <a:pt x="60" y="95"/>
                      <a:pt x="60" y="95"/>
                      <a:pt x="60" y="95"/>
                    </a:cubicBezTo>
                    <a:cubicBezTo>
                      <a:pt x="68" y="101"/>
                      <a:pt x="78" y="106"/>
                      <a:pt x="88" y="109"/>
                    </a:cubicBezTo>
                    <a:cubicBezTo>
                      <a:pt x="92" y="110"/>
                      <a:pt x="96" y="111"/>
                      <a:pt x="100" y="112"/>
                    </a:cubicBezTo>
                    <a:cubicBezTo>
                      <a:pt x="89" y="102"/>
                      <a:pt x="78" y="91"/>
                      <a:pt x="68" y="80"/>
                    </a:cubicBezTo>
                    <a:cubicBezTo>
                      <a:pt x="61" y="79"/>
                      <a:pt x="55" y="76"/>
                      <a:pt x="49" y="74"/>
                    </a:cubicBezTo>
                    <a:cubicBezTo>
                      <a:pt x="43" y="71"/>
                      <a:pt x="37" y="68"/>
                      <a:pt x="32" y="65"/>
                    </a:cubicBezTo>
                    <a:cubicBezTo>
                      <a:pt x="31" y="64"/>
                      <a:pt x="30" y="63"/>
                      <a:pt x="28" y="63"/>
                    </a:cubicBezTo>
                    <a:cubicBezTo>
                      <a:pt x="28" y="62"/>
                      <a:pt x="28" y="61"/>
                      <a:pt x="29" y="61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38" y="67"/>
                      <a:pt x="48" y="72"/>
                      <a:pt x="58" y="76"/>
                    </a:cubicBezTo>
                    <a:cubicBezTo>
                      <a:pt x="61" y="77"/>
                      <a:pt x="63" y="77"/>
                      <a:pt x="66" y="78"/>
                    </a:cubicBezTo>
                    <a:cubicBezTo>
                      <a:pt x="64" y="76"/>
                      <a:pt x="62" y="73"/>
                      <a:pt x="60" y="71"/>
                    </a:cubicBezTo>
                    <a:cubicBezTo>
                      <a:pt x="57" y="68"/>
                      <a:pt x="55" y="65"/>
                      <a:pt x="52" y="63"/>
                    </a:cubicBezTo>
                    <a:cubicBezTo>
                      <a:pt x="52" y="62"/>
                      <a:pt x="52" y="62"/>
                      <a:pt x="52" y="62"/>
                    </a:cubicBezTo>
                    <a:cubicBezTo>
                      <a:pt x="46" y="56"/>
                      <a:pt x="41" y="50"/>
                      <a:pt x="36" y="44"/>
                    </a:cubicBezTo>
                    <a:cubicBezTo>
                      <a:pt x="28" y="42"/>
                      <a:pt x="20" y="38"/>
                      <a:pt x="14" y="33"/>
                    </a:cubicBezTo>
                    <a:cubicBezTo>
                      <a:pt x="14" y="32"/>
                      <a:pt x="13" y="32"/>
                      <a:pt x="13" y="31"/>
                    </a:cubicBezTo>
                    <a:cubicBezTo>
                      <a:pt x="12" y="31"/>
                      <a:pt x="13" y="30"/>
                      <a:pt x="13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8" y="35"/>
                      <a:pt x="23" y="38"/>
                      <a:pt x="28" y="40"/>
                    </a:cubicBezTo>
                    <a:cubicBezTo>
                      <a:pt x="30" y="41"/>
                      <a:pt x="32" y="41"/>
                      <a:pt x="34" y="42"/>
                    </a:cubicBezTo>
                    <a:cubicBezTo>
                      <a:pt x="27" y="34"/>
                      <a:pt x="20" y="25"/>
                      <a:pt x="13" y="17"/>
                    </a:cubicBezTo>
                    <a:cubicBezTo>
                      <a:pt x="10" y="13"/>
                      <a:pt x="7" y="10"/>
                      <a:pt x="5" y="6"/>
                    </a:cubicBezTo>
                    <a:cubicBezTo>
                      <a:pt x="5" y="6"/>
                      <a:pt x="4" y="6"/>
                      <a:pt x="4" y="6"/>
                    </a:cubicBezTo>
                    <a:cubicBezTo>
                      <a:pt x="2" y="2"/>
                      <a:pt x="0" y="0"/>
                      <a:pt x="0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1087662" y="1080051"/>
                <a:ext cx="201153" cy="216238"/>
              </a:xfrm>
              <a:custGeom>
                <a:rect b="b" l="l" r="r" t="t"/>
                <a:pathLst>
                  <a:path extrusionOk="0" h="122" w="114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3" y="4"/>
                      <a:pt x="6" y="7"/>
                      <a:pt x="9" y="11"/>
                    </a:cubicBezTo>
                    <a:cubicBezTo>
                      <a:pt x="16" y="19"/>
                      <a:pt x="23" y="28"/>
                      <a:pt x="30" y="36"/>
                    </a:cubicBezTo>
                    <a:cubicBezTo>
                      <a:pt x="28" y="35"/>
                      <a:pt x="26" y="35"/>
                      <a:pt x="24" y="34"/>
                    </a:cubicBezTo>
                    <a:cubicBezTo>
                      <a:pt x="19" y="32"/>
                      <a:pt x="14" y="29"/>
                      <a:pt x="10" y="24"/>
                    </a:cubicBezTo>
                    <a:cubicBezTo>
                      <a:pt x="10" y="24"/>
                      <a:pt x="10" y="24"/>
                      <a:pt x="9" y="24"/>
                    </a:cubicBezTo>
                    <a:cubicBezTo>
                      <a:pt x="9" y="24"/>
                      <a:pt x="8" y="25"/>
                      <a:pt x="9" y="25"/>
                    </a:cubicBezTo>
                    <a:cubicBezTo>
                      <a:pt x="9" y="26"/>
                      <a:pt x="10" y="26"/>
                      <a:pt x="10" y="27"/>
                    </a:cubicBezTo>
                    <a:cubicBezTo>
                      <a:pt x="16" y="32"/>
                      <a:pt x="24" y="36"/>
                      <a:pt x="32" y="38"/>
                    </a:cubicBezTo>
                    <a:cubicBezTo>
                      <a:pt x="37" y="44"/>
                      <a:pt x="42" y="50"/>
                      <a:pt x="48" y="56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51" y="59"/>
                      <a:pt x="53" y="62"/>
                      <a:pt x="56" y="65"/>
                    </a:cubicBezTo>
                    <a:cubicBezTo>
                      <a:pt x="58" y="67"/>
                      <a:pt x="60" y="70"/>
                      <a:pt x="62" y="72"/>
                    </a:cubicBezTo>
                    <a:cubicBezTo>
                      <a:pt x="59" y="71"/>
                      <a:pt x="57" y="71"/>
                      <a:pt x="54" y="70"/>
                    </a:cubicBezTo>
                    <a:cubicBezTo>
                      <a:pt x="44" y="66"/>
                      <a:pt x="34" y="61"/>
                      <a:pt x="25" y="55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4" y="55"/>
                      <a:pt x="24" y="56"/>
                      <a:pt x="24" y="57"/>
                    </a:cubicBezTo>
                    <a:cubicBezTo>
                      <a:pt x="26" y="57"/>
                      <a:pt x="27" y="58"/>
                      <a:pt x="28" y="59"/>
                    </a:cubicBezTo>
                    <a:cubicBezTo>
                      <a:pt x="33" y="62"/>
                      <a:pt x="39" y="65"/>
                      <a:pt x="45" y="68"/>
                    </a:cubicBezTo>
                    <a:cubicBezTo>
                      <a:pt x="51" y="70"/>
                      <a:pt x="57" y="73"/>
                      <a:pt x="64" y="74"/>
                    </a:cubicBezTo>
                    <a:cubicBezTo>
                      <a:pt x="74" y="85"/>
                      <a:pt x="85" y="96"/>
                      <a:pt x="96" y="106"/>
                    </a:cubicBezTo>
                    <a:cubicBezTo>
                      <a:pt x="92" y="105"/>
                      <a:pt x="88" y="104"/>
                      <a:pt x="84" y="103"/>
                    </a:cubicBezTo>
                    <a:cubicBezTo>
                      <a:pt x="74" y="100"/>
                      <a:pt x="64" y="95"/>
                      <a:pt x="56" y="89"/>
                    </a:cubicBezTo>
                    <a:cubicBezTo>
                      <a:pt x="56" y="89"/>
                      <a:pt x="56" y="89"/>
                      <a:pt x="56" y="89"/>
                    </a:cubicBezTo>
                    <a:cubicBezTo>
                      <a:pt x="55" y="89"/>
                      <a:pt x="55" y="90"/>
                      <a:pt x="55" y="90"/>
                    </a:cubicBezTo>
                    <a:cubicBezTo>
                      <a:pt x="56" y="91"/>
                      <a:pt x="57" y="92"/>
                      <a:pt x="58" y="92"/>
                    </a:cubicBezTo>
                    <a:cubicBezTo>
                      <a:pt x="70" y="100"/>
                      <a:pt x="84" y="106"/>
                      <a:pt x="99" y="108"/>
                    </a:cubicBezTo>
                    <a:cubicBezTo>
                      <a:pt x="104" y="113"/>
                      <a:pt x="109" y="117"/>
                      <a:pt x="114" y="122"/>
                    </a:cubicBezTo>
                    <a:cubicBezTo>
                      <a:pt x="73" y="87"/>
                      <a:pt x="17" y="19"/>
                      <a:pt x="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9"/>
              <p:cNvSpPr/>
              <p:nvPr/>
            </p:nvSpPr>
            <p:spPr>
              <a:xfrm>
                <a:off x="1269956" y="1025991"/>
                <a:ext cx="94290" cy="331900"/>
              </a:xfrm>
              <a:custGeom>
                <a:rect b="b" l="l" r="r" t="t"/>
                <a:pathLst>
                  <a:path extrusionOk="0" h="187" w="53">
                    <a:moveTo>
                      <a:pt x="10" y="173"/>
                    </a:moveTo>
                    <a:cubicBezTo>
                      <a:pt x="10" y="173"/>
                      <a:pt x="20" y="133"/>
                      <a:pt x="20" y="102"/>
                    </a:cubicBezTo>
                    <a:cubicBezTo>
                      <a:pt x="20" y="70"/>
                      <a:pt x="0" y="29"/>
                      <a:pt x="2" y="22"/>
                    </a:cubicBezTo>
                    <a:cubicBezTo>
                      <a:pt x="3" y="15"/>
                      <a:pt x="22" y="0"/>
                      <a:pt x="32" y="12"/>
                    </a:cubicBezTo>
                    <a:cubicBezTo>
                      <a:pt x="42" y="25"/>
                      <a:pt x="53" y="127"/>
                      <a:pt x="25" y="173"/>
                    </a:cubicBezTo>
                    <a:cubicBezTo>
                      <a:pt x="25" y="173"/>
                      <a:pt x="19" y="187"/>
                      <a:pt x="10" y="1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9"/>
              <p:cNvSpPr/>
              <p:nvPr/>
            </p:nvSpPr>
            <p:spPr>
              <a:xfrm>
                <a:off x="1292586" y="1038563"/>
                <a:ext cx="71661" cy="314300"/>
              </a:xfrm>
              <a:custGeom>
                <a:rect b="b" l="l" r="r" t="t"/>
                <a:pathLst>
                  <a:path extrusionOk="0" h="177" w="40">
                    <a:moveTo>
                      <a:pt x="19" y="5"/>
                    </a:moveTo>
                    <a:cubicBezTo>
                      <a:pt x="15" y="0"/>
                      <a:pt x="9" y="0"/>
                      <a:pt x="4" y="2"/>
                    </a:cubicBezTo>
                    <a:cubicBezTo>
                      <a:pt x="6" y="2"/>
                      <a:pt x="8" y="4"/>
                      <a:pt x="9" y="5"/>
                    </a:cubicBezTo>
                    <a:cubicBezTo>
                      <a:pt x="19" y="18"/>
                      <a:pt x="30" y="120"/>
                      <a:pt x="2" y="166"/>
                    </a:cubicBezTo>
                    <a:cubicBezTo>
                      <a:pt x="2" y="166"/>
                      <a:pt x="1" y="168"/>
                      <a:pt x="0" y="169"/>
                    </a:cubicBezTo>
                    <a:cubicBezTo>
                      <a:pt x="7" y="177"/>
                      <a:pt x="12" y="166"/>
                      <a:pt x="12" y="166"/>
                    </a:cubicBezTo>
                    <a:cubicBezTo>
                      <a:pt x="40" y="120"/>
                      <a:pt x="29" y="18"/>
                      <a:pt x="19" y="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Montserrat ExtraBold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 txBox="1"/>
          <p:nvPr>
            <p:ph hasCustomPrompt="1" type="title"/>
          </p:nvPr>
        </p:nvSpPr>
        <p:spPr>
          <a:xfrm>
            <a:off x="4774525" y="1647000"/>
            <a:ext cx="3654300" cy="102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57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72" name="Google Shape;272;p11"/>
          <p:cNvSpPr txBox="1"/>
          <p:nvPr>
            <p:ph idx="1" type="subTitle"/>
          </p:nvPr>
        </p:nvSpPr>
        <p:spPr>
          <a:xfrm>
            <a:off x="4774600" y="2550875"/>
            <a:ext cx="36543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73" name="Google Shape;273;p11"/>
          <p:cNvGrpSpPr/>
          <p:nvPr/>
        </p:nvGrpSpPr>
        <p:grpSpPr>
          <a:xfrm>
            <a:off x="0" y="0"/>
            <a:ext cx="9278649" cy="5561675"/>
            <a:chOff x="0" y="0"/>
            <a:chExt cx="9278649" cy="5561675"/>
          </a:xfrm>
        </p:grpSpPr>
        <p:sp>
          <p:nvSpPr>
            <p:cNvPr id="274" name="Google Shape;274;p11"/>
            <p:cNvSpPr/>
            <p:nvPr/>
          </p:nvSpPr>
          <p:spPr>
            <a:xfrm rot="-5400000">
              <a:off x="1201425" y="-1201425"/>
              <a:ext cx="1851500" cy="4254350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 rot="5400000">
              <a:off x="7237162" y="3520188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1"/>
          <p:cNvGrpSpPr/>
          <p:nvPr/>
        </p:nvGrpSpPr>
        <p:grpSpPr>
          <a:xfrm>
            <a:off x="512927" y="447164"/>
            <a:ext cx="7757586" cy="4495472"/>
            <a:chOff x="512927" y="447164"/>
            <a:chExt cx="7757586" cy="4495472"/>
          </a:xfrm>
        </p:grpSpPr>
        <p:grpSp>
          <p:nvGrpSpPr>
            <p:cNvPr id="277" name="Google Shape;277;p11"/>
            <p:cNvGrpSpPr/>
            <p:nvPr/>
          </p:nvGrpSpPr>
          <p:grpSpPr>
            <a:xfrm rot="3153703">
              <a:off x="568876" y="611548"/>
              <a:ext cx="639627" cy="456785"/>
              <a:chOff x="1306651" y="2395201"/>
              <a:chExt cx="639634" cy="456790"/>
            </a:xfrm>
          </p:grpSpPr>
          <p:sp>
            <p:nvSpPr>
              <p:cNvPr id="278" name="Google Shape;278;p11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9" name="Google Shape;279;p11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0" name="Google Shape;280;p11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81" name="Google Shape;281;p11"/>
            <p:cNvGrpSpPr/>
            <p:nvPr/>
          </p:nvGrpSpPr>
          <p:grpSpPr>
            <a:xfrm>
              <a:off x="7777502" y="4205979"/>
              <a:ext cx="493011" cy="736658"/>
              <a:chOff x="7777502" y="4205979"/>
              <a:chExt cx="493011" cy="736658"/>
            </a:xfrm>
          </p:grpSpPr>
          <p:sp>
            <p:nvSpPr>
              <p:cNvPr id="282" name="Google Shape;282;p11"/>
              <p:cNvSpPr/>
              <p:nvPr/>
            </p:nvSpPr>
            <p:spPr>
              <a:xfrm rot="-1852983">
                <a:off x="7804644" y="4478901"/>
                <a:ext cx="146117" cy="14611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3" name="Google Shape;283;p11"/>
              <p:cNvSpPr/>
              <p:nvPr/>
            </p:nvSpPr>
            <p:spPr>
              <a:xfrm rot="-1850628">
                <a:off x="8119980" y="4219665"/>
                <a:ext cx="73727" cy="7372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4" name="Google Shape;284;p11"/>
              <p:cNvSpPr/>
              <p:nvPr/>
            </p:nvSpPr>
            <p:spPr>
              <a:xfrm rot="-1857825">
                <a:off x="8148109" y="4820233"/>
                <a:ext cx="103208" cy="10320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8" name="Google Shape;288;p13"/>
          <p:cNvSpPr txBox="1"/>
          <p:nvPr>
            <p:ph hasCustomPrompt="1" idx="2" type="title"/>
          </p:nvPr>
        </p:nvSpPr>
        <p:spPr>
          <a:xfrm>
            <a:off x="720000" y="16176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/>
          <p:nvPr>
            <p:ph hasCustomPrompt="1" idx="3" type="title"/>
          </p:nvPr>
        </p:nvSpPr>
        <p:spPr>
          <a:xfrm>
            <a:off x="720000" y="28986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/>
          <p:nvPr>
            <p:ph hasCustomPrompt="1" idx="4" type="title"/>
          </p:nvPr>
        </p:nvSpPr>
        <p:spPr>
          <a:xfrm>
            <a:off x="3419275" y="16176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/>
          <p:nvPr>
            <p:ph hasCustomPrompt="1" idx="5" type="title"/>
          </p:nvPr>
        </p:nvSpPr>
        <p:spPr>
          <a:xfrm>
            <a:off x="3419275" y="28986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/>
          <p:nvPr>
            <p:ph hasCustomPrompt="1" idx="6" type="title"/>
          </p:nvPr>
        </p:nvSpPr>
        <p:spPr>
          <a:xfrm>
            <a:off x="6118550" y="1617658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3" name="Google Shape;293;p13"/>
          <p:cNvSpPr txBox="1"/>
          <p:nvPr>
            <p:ph hasCustomPrompt="1" idx="7" type="title"/>
          </p:nvPr>
        </p:nvSpPr>
        <p:spPr>
          <a:xfrm>
            <a:off x="6118550" y="2898666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4" name="Google Shape;294;p13"/>
          <p:cNvSpPr txBox="1"/>
          <p:nvPr>
            <p:ph idx="1" type="subTitle"/>
          </p:nvPr>
        </p:nvSpPr>
        <p:spPr>
          <a:xfrm>
            <a:off x="720000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5" name="Google Shape;295;p13"/>
          <p:cNvSpPr txBox="1"/>
          <p:nvPr>
            <p:ph idx="8" type="subTitle"/>
          </p:nvPr>
        </p:nvSpPr>
        <p:spPr>
          <a:xfrm>
            <a:off x="3419275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6" name="Google Shape;296;p13"/>
          <p:cNvSpPr txBox="1"/>
          <p:nvPr>
            <p:ph idx="9" type="subTitle"/>
          </p:nvPr>
        </p:nvSpPr>
        <p:spPr>
          <a:xfrm>
            <a:off x="6118550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7" name="Google Shape;297;p13"/>
          <p:cNvSpPr txBox="1"/>
          <p:nvPr>
            <p:ph idx="13" type="subTitle"/>
          </p:nvPr>
        </p:nvSpPr>
        <p:spPr>
          <a:xfrm>
            <a:off x="720000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8" name="Google Shape;298;p13"/>
          <p:cNvSpPr txBox="1"/>
          <p:nvPr>
            <p:ph idx="14" type="subTitle"/>
          </p:nvPr>
        </p:nvSpPr>
        <p:spPr>
          <a:xfrm>
            <a:off x="3419275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99" name="Google Shape;299;p13"/>
          <p:cNvSpPr txBox="1"/>
          <p:nvPr>
            <p:ph idx="15" type="subTitle"/>
          </p:nvPr>
        </p:nvSpPr>
        <p:spPr>
          <a:xfrm>
            <a:off x="6118550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grpSp>
        <p:nvGrpSpPr>
          <p:cNvPr id="300" name="Google Shape;300;p13"/>
          <p:cNvGrpSpPr/>
          <p:nvPr/>
        </p:nvGrpSpPr>
        <p:grpSpPr>
          <a:xfrm>
            <a:off x="0" y="-2309557"/>
            <a:ext cx="10933681" cy="7453057"/>
            <a:chOff x="0" y="-2309557"/>
            <a:chExt cx="10933681" cy="7453057"/>
          </a:xfrm>
        </p:grpSpPr>
        <p:sp>
          <p:nvSpPr>
            <p:cNvPr id="301" name="Google Shape;301;p13"/>
            <p:cNvSpPr/>
            <p:nvPr/>
          </p:nvSpPr>
          <p:spPr>
            <a:xfrm>
              <a:off x="0" y="3329375"/>
              <a:ext cx="1695074" cy="1814125"/>
            </a:xfrm>
            <a:custGeom>
              <a:rect b="b" l="l" r="r" t="t"/>
              <a:pathLst>
                <a:path extrusionOk="0" h="724" w="677">
                  <a:moveTo>
                    <a:pt x="0" y="10"/>
                  </a:moveTo>
                  <a:cubicBezTo>
                    <a:pt x="0" y="10"/>
                    <a:pt x="171" y="0"/>
                    <a:pt x="202" y="239"/>
                  </a:cubicBezTo>
                  <a:cubicBezTo>
                    <a:pt x="233" y="478"/>
                    <a:pt x="230" y="509"/>
                    <a:pt x="426" y="500"/>
                  </a:cubicBezTo>
                  <a:cubicBezTo>
                    <a:pt x="622" y="491"/>
                    <a:pt x="677" y="648"/>
                    <a:pt x="643" y="724"/>
                  </a:cubicBezTo>
                  <a:cubicBezTo>
                    <a:pt x="0" y="724"/>
                    <a:pt x="0" y="724"/>
                    <a:pt x="0" y="72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 rot="4596521">
              <a:off x="7127793" y="-2324373"/>
              <a:ext cx="3074968" cy="3931539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13"/>
          <p:cNvGrpSpPr/>
          <p:nvPr/>
        </p:nvGrpSpPr>
        <p:grpSpPr>
          <a:xfrm>
            <a:off x="1413155" y="239801"/>
            <a:ext cx="6824151" cy="4662628"/>
            <a:chOff x="1336955" y="239801"/>
            <a:chExt cx="6824151" cy="4662628"/>
          </a:xfrm>
        </p:grpSpPr>
        <p:grpSp>
          <p:nvGrpSpPr>
            <p:cNvPr id="304" name="Google Shape;304;p13"/>
            <p:cNvGrpSpPr/>
            <p:nvPr/>
          </p:nvGrpSpPr>
          <p:grpSpPr>
            <a:xfrm>
              <a:off x="7838034" y="239801"/>
              <a:ext cx="323072" cy="458629"/>
              <a:chOff x="4526025" y="2968200"/>
              <a:chExt cx="232075" cy="329451"/>
            </a:xfrm>
          </p:grpSpPr>
          <p:sp>
            <p:nvSpPr>
              <p:cNvPr id="305" name="Google Shape;305;p13"/>
              <p:cNvSpPr/>
              <p:nvPr/>
            </p:nvSpPr>
            <p:spPr>
              <a:xfrm>
                <a:off x="4653100" y="2968200"/>
                <a:ext cx="105000" cy="105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6" name="Google Shape;306;p13"/>
              <p:cNvSpPr/>
              <p:nvPr/>
            </p:nvSpPr>
            <p:spPr>
              <a:xfrm>
                <a:off x="4526025" y="2994125"/>
                <a:ext cx="53100" cy="53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>
                <a:off x="4579123" y="3223551"/>
                <a:ext cx="74100" cy="74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08" name="Google Shape;308;p13"/>
            <p:cNvSpPr/>
            <p:nvPr/>
          </p:nvSpPr>
          <p:spPr>
            <a:xfrm rot="6718470">
              <a:off x="1348076" y="4817550"/>
              <a:ext cx="73759" cy="7375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 rot="6715945">
              <a:off x="1682947" y="4674210"/>
              <a:ext cx="146180" cy="1461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 txBox="1"/>
          <p:nvPr>
            <p:ph hasCustomPrompt="1" type="title"/>
          </p:nvPr>
        </p:nvSpPr>
        <p:spPr>
          <a:xfrm>
            <a:off x="715340" y="1990457"/>
            <a:ext cx="5185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2" name="Google Shape;312;p14"/>
          <p:cNvSpPr txBox="1"/>
          <p:nvPr>
            <p:ph idx="1" type="subTitle"/>
          </p:nvPr>
        </p:nvSpPr>
        <p:spPr>
          <a:xfrm>
            <a:off x="715350" y="2634801"/>
            <a:ext cx="51855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3" name="Google Shape;313;p14"/>
          <p:cNvSpPr txBox="1"/>
          <p:nvPr>
            <p:ph hasCustomPrompt="1" idx="2" type="title"/>
          </p:nvPr>
        </p:nvSpPr>
        <p:spPr>
          <a:xfrm>
            <a:off x="715266" y="899750"/>
            <a:ext cx="5185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14"/>
          <p:cNvSpPr txBox="1"/>
          <p:nvPr>
            <p:ph idx="3" type="subTitle"/>
          </p:nvPr>
        </p:nvSpPr>
        <p:spPr>
          <a:xfrm>
            <a:off x="715275" y="1544055"/>
            <a:ext cx="51855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14"/>
          <p:cNvSpPr txBox="1"/>
          <p:nvPr>
            <p:ph hasCustomPrompt="1" idx="4" type="title"/>
          </p:nvPr>
        </p:nvSpPr>
        <p:spPr>
          <a:xfrm>
            <a:off x="715100" y="3081152"/>
            <a:ext cx="5185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6" name="Google Shape;316;p14"/>
          <p:cNvSpPr txBox="1"/>
          <p:nvPr>
            <p:ph idx="5" type="subTitle"/>
          </p:nvPr>
        </p:nvSpPr>
        <p:spPr>
          <a:xfrm>
            <a:off x="715100" y="3725500"/>
            <a:ext cx="51858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7" name="Google Shape;317;p14"/>
          <p:cNvGrpSpPr/>
          <p:nvPr/>
        </p:nvGrpSpPr>
        <p:grpSpPr>
          <a:xfrm>
            <a:off x="-485088" y="-55747"/>
            <a:ext cx="10687461" cy="6676803"/>
            <a:chOff x="-485088" y="-55747"/>
            <a:chExt cx="10687461" cy="6676803"/>
          </a:xfrm>
        </p:grpSpPr>
        <p:sp>
          <p:nvSpPr>
            <p:cNvPr id="318" name="Google Shape;318;p14"/>
            <p:cNvSpPr/>
            <p:nvPr/>
          </p:nvSpPr>
          <p:spPr>
            <a:xfrm rot="10800000">
              <a:off x="-485088" y="3343175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 rot="9688364">
              <a:off x="7669185" y="4020624"/>
              <a:ext cx="2224329" cy="2306812"/>
            </a:xfrm>
            <a:custGeom>
              <a:rect b="b" l="l" r="r" t="t"/>
              <a:pathLst>
                <a:path extrusionOk="0" h="950" w="917">
                  <a:moveTo>
                    <a:pt x="80" y="878"/>
                  </a:moveTo>
                  <a:cubicBezTo>
                    <a:pt x="34" y="838"/>
                    <a:pt x="8" y="780"/>
                    <a:pt x="5" y="719"/>
                  </a:cubicBezTo>
                  <a:cubicBezTo>
                    <a:pt x="0" y="597"/>
                    <a:pt x="24" y="352"/>
                    <a:pt x="275" y="203"/>
                  </a:cubicBezTo>
                  <a:cubicBezTo>
                    <a:pt x="620" y="0"/>
                    <a:pt x="917" y="311"/>
                    <a:pt x="819" y="592"/>
                  </a:cubicBezTo>
                  <a:cubicBezTo>
                    <a:pt x="790" y="675"/>
                    <a:pt x="732" y="736"/>
                    <a:pt x="645" y="756"/>
                  </a:cubicBezTo>
                  <a:cubicBezTo>
                    <a:pt x="584" y="771"/>
                    <a:pt x="522" y="759"/>
                    <a:pt x="460" y="766"/>
                  </a:cubicBezTo>
                  <a:cubicBezTo>
                    <a:pt x="404" y="773"/>
                    <a:pt x="381" y="804"/>
                    <a:pt x="344" y="845"/>
                  </a:cubicBezTo>
                  <a:cubicBezTo>
                    <a:pt x="275" y="921"/>
                    <a:pt x="164" y="950"/>
                    <a:pt x="80" y="8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6209647" y="-55747"/>
              <a:ext cx="2996501" cy="3201398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4"/>
          <p:cNvGrpSpPr/>
          <p:nvPr/>
        </p:nvGrpSpPr>
        <p:grpSpPr>
          <a:xfrm>
            <a:off x="733393" y="1180866"/>
            <a:ext cx="7583217" cy="3960270"/>
            <a:chOff x="733393" y="1180866"/>
            <a:chExt cx="7583217" cy="3960270"/>
          </a:xfrm>
        </p:grpSpPr>
        <p:grpSp>
          <p:nvGrpSpPr>
            <p:cNvPr id="322" name="Google Shape;322;p14"/>
            <p:cNvGrpSpPr/>
            <p:nvPr/>
          </p:nvGrpSpPr>
          <p:grpSpPr>
            <a:xfrm rot="-911629">
              <a:off x="782075" y="4608479"/>
              <a:ext cx="639671" cy="456816"/>
              <a:chOff x="6041151" y="4073001"/>
              <a:chExt cx="639634" cy="456790"/>
            </a:xfrm>
          </p:grpSpPr>
          <p:sp>
            <p:nvSpPr>
              <p:cNvPr id="323" name="Google Shape;323;p14"/>
              <p:cNvSpPr/>
              <p:nvPr/>
            </p:nvSpPr>
            <p:spPr>
              <a:xfrm>
                <a:off x="6534685" y="40730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6041151" y="42953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6308484" y="44559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26" name="Google Shape;326;p14"/>
            <p:cNvGrpSpPr/>
            <p:nvPr/>
          </p:nvGrpSpPr>
          <p:grpSpPr>
            <a:xfrm>
              <a:off x="7778886" y="1180866"/>
              <a:ext cx="537723" cy="728152"/>
              <a:chOff x="7778886" y="1180866"/>
              <a:chExt cx="537723" cy="728152"/>
            </a:xfrm>
          </p:grpSpPr>
          <p:sp>
            <p:nvSpPr>
              <p:cNvPr id="327" name="Google Shape;327;p14"/>
              <p:cNvSpPr/>
              <p:nvPr/>
            </p:nvSpPr>
            <p:spPr>
              <a:xfrm rot="-2325098">
                <a:off x="7808547" y="1490454"/>
                <a:ext cx="146179" cy="14617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 rot="-2323951">
                <a:off x="8080937" y="1195846"/>
                <a:ext cx="73839" cy="738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 rot="-2324276">
                <a:off x="8192622" y="1785030"/>
                <a:ext cx="103075" cy="1030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15"/>
          <p:cNvGrpSpPr/>
          <p:nvPr/>
        </p:nvGrpSpPr>
        <p:grpSpPr>
          <a:xfrm>
            <a:off x="-1534443" y="-12"/>
            <a:ext cx="10678455" cy="6059260"/>
            <a:chOff x="-1534443" y="-12"/>
            <a:chExt cx="10678455" cy="6059260"/>
          </a:xfrm>
        </p:grpSpPr>
        <p:sp>
          <p:nvSpPr>
            <p:cNvPr id="332" name="Google Shape;332;p15"/>
            <p:cNvSpPr/>
            <p:nvPr/>
          </p:nvSpPr>
          <p:spPr>
            <a:xfrm>
              <a:off x="7237662" y="-12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 rot="-4487548">
              <a:off x="-1033641" y="3455909"/>
              <a:ext cx="2018925" cy="2581325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15"/>
          <p:cNvGrpSpPr/>
          <p:nvPr/>
        </p:nvGrpSpPr>
        <p:grpSpPr>
          <a:xfrm>
            <a:off x="767959" y="1254838"/>
            <a:ext cx="7974226" cy="3564776"/>
            <a:chOff x="767959" y="1254838"/>
            <a:chExt cx="7974226" cy="3564776"/>
          </a:xfrm>
        </p:grpSpPr>
        <p:sp>
          <p:nvSpPr>
            <p:cNvPr id="335" name="Google Shape;335;p15"/>
            <p:cNvSpPr/>
            <p:nvPr/>
          </p:nvSpPr>
          <p:spPr>
            <a:xfrm>
              <a:off x="8596085" y="1577514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956984" y="1577529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8253101" y="1254838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767959" y="4423379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947785" y="4673514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40" name="Google Shape;340;p15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1" name="Google Shape;341;p15"/>
          <p:cNvSpPr txBox="1"/>
          <p:nvPr>
            <p:ph idx="1" type="subTitle"/>
          </p:nvPr>
        </p:nvSpPr>
        <p:spPr>
          <a:xfrm>
            <a:off x="715100" y="1051772"/>
            <a:ext cx="77139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1" type="subTitle"/>
          </p:nvPr>
        </p:nvSpPr>
        <p:spPr>
          <a:xfrm>
            <a:off x="715050" y="1066500"/>
            <a:ext cx="5446200" cy="3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16"/>
          <p:cNvSpPr/>
          <p:nvPr/>
        </p:nvSpPr>
        <p:spPr>
          <a:xfrm rot="4499991">
            <a:off x="7324323" y="-1819983"/>
            <a:ext cx="2286630" cy="2923614"/>
          </a:xfrm>
          <a:custGeom>
            <a:rect b="b" l="l" r="r" t="t"/>
            <a:pathLst>
              <a:path extrusionOk="0" h="1039" w="813">
                <a:moveTo>
                  <a:pt x="348" y="1028"/>
                </a:moveTo>
                <a:cubicBezTo>
                  <a:pt x="288" y="1022"/>
                  <a:pt x="233" y="989"/>
                  <a:pt x="196" y="941"/>
                </a:cubicBezTo>
                <a:cubicBezTo>
                  <a:pt x="121" y="844"/>
                  <a:pt x="0" y="629"/>
                  <a:pt x="122" y="364"/>
                </a:cubicBezTo>
                <a:cubicBezTo>
                  <a:pt x="288" y="0"/>
                  <a:pt x="709" y="84"/>
                  <a:pt x="790" y="370"/>
                </a:cubicBezTo>
                <a:cubicBezTo>
                  <a:pt x="813" y="455"/>
                  <a:pt x="801" y="538"/>
                  <a:pt x="742" y="605"/>
                </a:cubicBezTo>
                <a:cubicBezTo>
                  <a:pt x="700" y="652"/>
                  <a:pt x="642" y="678"/>
                  <a:pt x="596" y="719"/>
                </a:cubicBezTo>
                <a:cubicBezTo>
                  <a:pt x="554" y="756"/>
                  <a:pt x="553" y="796"/>
                  <a:pt x="546" y="850"/>
                </a:cubicBezTo>
                <a:cubicBezTo>
                  <a:pt x="533" y="952"/>
                  <a:pt x="458" y="1039"/>
                  <a:pt x="348" y="102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6" name="Google Shape;346;p16"/>
          <p:cNvGrpSpPr/>
          <p:nvPr/>
        </p:nvGrpSpPr>
        <p:grpSpPr>
          <a:xfrm>
            <a:off x="8178273" y="535004"/>
            <a:ext cx="501274" cy="638434"/>
            <a:chOff x="2405110" y="1467841"/>
            <a:chExt cx="501274" cy="638434"/>
          </a:xfrm>
        </p:grpSpPr>
        <p:sp>
          <p:nvSpPr>
            <p:cNvPr id="347" name="Google Shape;347;p16"/>
            <p:cNvSpPr/>
            <p:nvPr/>
          </p:nvSpPr>
          <p:spPr>
            <a:xfrm>
              <a:off x="2405110" y="154165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2832584" y="146784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2538351" y="2003076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17"/>
          <p:cNvGrpSpPr/>
          <p:nvPr/>
        </p:nvGrpSpPr>
        <p:grpSpPr>
          <a:xfrm>
            <a:off x="-387763" y="-231850"/>
            <a:ext cx="9639449" cy="5560588"/>
            <a:chOff x="-387763" y="-231850"/>
            <a:chExt cx="9639449" cy="5560588"/>
          </a:xfrm>
        </p:grpSpPr>
        <p:sp>
          <p:nvSpPr>
            <p:cNvPr id="352" name="Google Shape;352;p17"/>
            <p:cNvSpPr/>
            <p:nvPr/>
          </p:nvSpPr>
          <p:spPr>
            <a:xfrm rot="10800000">
              <a:off x="-387763" y="3152113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7092687" y="-231850"/>
              <a:ext cx="2158999" cy="2306639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7"/>
          <p:cNvGrpSpPr/>
          <p:nvPr/>
        </p:nvGrpSpPr>
        <p:grpSpPr>
          <a:xfrm>
            <a:off x="1229554" y="1017733"/>
            <a:ext cx="7733966" cy="4033511"/>
            <a:chOff x="1229554" y="1017733"/>
            <a:chExt cx="7733966" cy="4033511"/>
          </a:xfrm>
        </p:grpSpPr>
        <p:grpSp>
          <p:nvGrpSpPr>
            <p:cNvPr id="355" name="Google Shape;355;p17"/>
            <p:cNvGrpSpPr/>
            <p:nvPr/>
          </p:nvGrpSpPr>
          <p:grpSpPr>
            <a:xfrm rot="9148594">
              <a:off x="8343115" y="1097425"/>
              <a:ext cx="501262" cy="638418"/>
              <a:chOff x="6398685" y="1321741"/>
              <a:chExt cx="501274" cy="638434"/>
            </a:xfrm>
          </p:grpSpPr>
          <p:sp>
            <p:nvSpPr>
              <p:cNvPr id="356" name="Google Shape;356;p17"/>
              <p:cNvSpPr/>
              <p:nvPr/>
            </p:nvSpPr>
            <p:spPr>
              <a:xfrm>
                <a:off x="6398685" y="13955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826159" y="13217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531926" y="18569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59" name="Google Shape;359;p17"/>
            <p:cNvGrpSpPr/>
            <p:nvPr/>
          </p:nvGrpSpPr>
          <p:grpSpPr>
            <a:xfrm rot="5572654">
              <a:off x="1270649" y="4659936"/>
              <a:ext cx="348535" cy="413749"/>
              <a:chOff x="7438160" y="1321751"/>
              <a:chExt cx="348549" cy="413765"/>
            </a:xfrm>
          </p:grpSpPr>
          <p:sp>
            <p:nvSpPr>
              <p:cNvPr id="360" name="Google Shape;360;p17"/>
              <p:cNvSpPr/>
              <p:nvPr/>
            </p:nvSpPr>
            <p:spPr>
              <a:xfrm>
                <a:off x="7712909" y="16617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7438160" y="13217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362" name="Google Shape;36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3" name="Google Shape;363;p17"/>
          <p:cNvSpPr txBox="1"/>
          <p:nvPr>
            <p:ph idx="1" type="subTitle"/>
          </p:nvPr>
        </p:nvSpPr>
        <p:spPr>
          <a:xfrm>
            <a:off x="2025675" y="1608602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64" name="Google Shape;364;p17"/>
          <p:cNvSpPr txBox="1"/>
          <p:nvPr>
            <p:ph idx="2" type="subTitle"/>
          </p:nvPr>
        </p:nvSpPr>
        <p:spPr>
          <a:xfrm>
            <a:off x="2025675" y="2675901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65" name="Google Shape;365;p17"/>
          <p:cNvSpPr txBox="1"/>
          <p:nvPr>
            <p:ph idx="3" type="subTitle"/>
          </p:nvPr>
        </p:nvSpPr>
        <p:spPr>
          <a:xfrm>
            <a:off x="2025675" y="3743200"/>
            <a:ext cx="61983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 ExtraBold"/>
              <a:buNone/>
              <a:defRPr sz="24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66" name="Google Shape;366;p17"/>
          <p:cNvSpPr txBox="1"/>
          <p:nvPr>
            <p:ph idx="4" type="subTitle"/>
          </p:nvPr>
        </p:nvSpPr>
        <p:spPr>
          <a:xfrm>
            <a:off x="2018231" y="1211225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7" name="Google Shape;367;p17"/>
          <p:cNvSpPr txBox="1"/>
          <p:nvPr>
            <p:ph idx="5" type="subTitle"/>
          </p:nvPr>
        </p:nvSpPr>
        <p:spPr>
          <a:xfrm>
            <a:off x="2018231" y="2278529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8" name="Google Shape;368;p17"/>
          <p:cNvSpPr txBox="1"/>
          <p:nvPr>
            <p:ph idx="6" type="subTitle"/>
          </p:nvPr>
        </p:nvSpPr>
        <p:spPr>
          <a:xfrm>
            <a:off x="2018231" y="3345832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8"/>
          <p:cNvGrpSpPr/>
          <p:nvPr/>
        </p:nvGrpSpPr>
        <p:grpSpPr>
          <a:xfrm>
            <a:off x="-583376" y="-567049"/>
            <a:ext cx="10210149" cy="5943470"/>
            <a:chOff x="-583376" y="-567049"/>
            <a:chExt cx="10210149" cy="5943470"/>
          </a:xfrm>
        </p:grpSpPr>
        <p:sp>
          <p:nvSpPr>
            <p:cNvPr id="371" name="Google Shape;371;p18"/>
            <p:cNvSpPr/>
            <p:nvPr/>
          </p:nvSpPr>
          <p:spPr>
            <a:xfrm rot="-5400000">
              <a:off x="-448238" y="-702187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 rot="-5400000">
              <a:off x="6791346" y="2540995"/>
              <a:ext cx="2889851" cy="2781001"/>
            </a:xfrm>
            <a:custGeom>
              <a:rect b="b" l="l" r="r" t="t"/>
              <a:pathLst>
                <a:path extrusionOk="0" h="1215" w="1262">
                  <a:moveTo>
                    <a:pt x="0" y="144"/>
                  </a:moveTo>
                  <a:cubicBezTo>
                    <a:pt x="20" y="104"/>
                    <a:pt x="58" y="71"/>
                    <a:pt x="97" y="51"/>
                  </a:cubicBezTo>
                  <a:cubicBezTo>
                    <a:pt x="172" y="12"/>
                    <a:pt x="299" y="0"/>
                    <a:pt x="346" y="90"/>
                  </a:cubicBezTo>
                  <a:cubicBezTo>
                    <a:pt x="389" y="172"/>
                    <a:pt x="373" y="268"/>
                    <a:pt x="356" y="355"/>
                  </a:cubicBezTo>
                  <a:cubicBezTo>
                    <a:pt x="341" y="432"/>
                    <a:pt x="277" y="587"/>
                    <a:pt x="365" y="643"/>
                  </a:cubicBezTo>
                  <a:cubicBezTo>
                    <a:pt x="439" y="690"/>
                    <a:pt x="545" y="611"/>
                    <a:pt x="611" y="581"/>
                  </a:cubicBezTo>
                  <a:cubicBezTo>
                    <a:pt x="753" y="515"/>
                    <a:pt x="922" y="588"/>
                    <a:pt x="970" y="739"/>
                  </a:cubicBezTo>
                  <a:cubicBezTo>
                    <a:pt x="1002" y="837"/>
                    <a:pt x="942" y="980"/>
                    <a:pt x="1074" y="1014"/>
                  </a:cubicBezTo>
                  <a:cubicBezTo>
                    <a:pt x="1262" y="1063"/>
                    <a:pt x="1242" y="1215"/>
                    <a:pt x="1242" y="1215"/>
                  </a:cubicBezTo>
                  <a:cubicBezTo>
                    <a:pt x="0" y="1215"/>
                    <a:pt x="0" y="1215"/>
                    <a:pt x="0" y="1215"/>
                  </a:cubicBezTo>
                  <a:lnTo>
                    <a:pt x="0" y="1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8"/>
          <p:cNvGrpSpPr/>
          <p:nvPr/>
        </p:nvGrpSpPr>
        <p:grpSpPr>
          <a:xfrm>
            <a:off x="331760" y="134441"/>
            <a:ext cx="7707150" cy="4813959"/>
            <a:chOff x="331760" y="134441"/>
            <a:chExt cx="7707150" cy="4813959"/>
          </a:xfrm>
        </p:grpSpPr>
        <p:sp>
          <p:nvSpPr>
            <p:cNvPr id="374" name="Google Shape;374;p18"/>
            <p:cNvSpPr/>
            <p:nvPr/>
          </p:nvSpPr>
          <p:spPr>
            <a:xfrm>
              <a:off x="7892810" y="429040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7364359" y="432654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7481051" y="4845201"/>
              <a:ext cx="103200" cy="1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937634" y="13444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331760" y="46195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79" name="Google Shape;37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1" type="subTitle"/>
          </p:nvPr>
        </p:nvSpPr>
        <p:spPr>
          <a:xfrm>
            <a:off x="937625" y="2421700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idx="2" type="subTitle"/>
          </p:nvPr>
        </p:nvSpPr>
        <p:spPr>
          <a:xfrm>
            <a:off x="3484347" y="2421700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2" name="Google Shape;382;p18"/>
          <p:cNvSpPr txBox="1"/>
          <p:nvPr>
            <p:ph idx="3" type="subTitle"/>
          </p:nvPr>
        </p:nvSpPr>
        <p:spPr>
          <a:xfrm>
            <a:off x="6031075" y="2421700"/>
            <a:ext cx="21753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3" name="Google Shape;383;p18"/>
          <p:cNvSpPr txBox="1"/>
          <p:nvPr>
            <p:ph idx="4" type="subTitle"/>
          </p:nvPr>
        </p:nvSpPr>
        <p:spPr>
          <a:xfrm>
            <a:off x="937625" y="17172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5" type="subTitle"/>
          </p:nvPr>
        </p:nvSpPr>
        <p:spPr>
          <a:xfrm>
            <a:off x="3484350" y="17172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6" type="subTitle"/>
          </p:nvPr>
        </p:nvSpPr>
        <p:spPr>
          <a:xfrm>
            <a:off x="6031075" y="1717200"/>
            <a:ext cx="21753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19"/>
          <p:cNvGrpSpPr/>
          <p:nvPr/>
        </p:nvGrpSpPr>
        <p:grpSpPr>
          <a:xfrm>
            <a:off x="-115350" y="-74500"/>
            <a:ext cx="9312375" cy="5320699"/>
            <a:chOff x="-115350" y="-74500"/>
            <a:chExt cx="9312375" cy="5320699"/>
          </a:xfrm>
        </p:grpSpPr>
        <p:sp>
          <p:nvSpPr>
            <p:cNvPr id="388" name="Google Shape;388;p19"/>
            <p:cNvSpPr/>
            <p:nvPr/>
          </p:nvSpPr>
          <p:spPr>
            <a:xfrm flipH="1" rot="-5400000">
              <a:off x="1398875" y="2282650"/>
              <a:ext cx="1449325" cy="4477775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9"/>
            <p:cNvSpPr/>
            <p:nvPr/>
          </p:nvSpPr>
          <p:spPr>
            <a:xfrm rot="10800000">
              <a:off x="7460300" y="-74500"/>
              <a:ext cx="1736725" cy="1858700"/>
            </a:xfrm>
            <a:custGeom>
              <a:rect b="b" l="l" r="r" t="t"/>
              <a:pathLst>
                <a:path extrusionOk="0" h="724" w="677">
                  <a:moveTo>
                    <a:pt x="0" y="10"/>
                  </a:moveTo>
                  <a:cubicBezTo>
                    <a:pt x="0" y="10"/>
                    <a:pt x="171" y="0"/>
                    <a:pt x="202" y="239"/>
                  </a:cubicBezTo>
                  <a:cubicBezTo>
                    <a:pt x="233" y="478"/>
                    <a:pt x="230" y="509"/>
                    <a:pt x="426" y="500"/>
                  </a:cubicBezTo>
                  <a:cubicBezTo>
                    <a:pt x="622" y="491"/>
                    <a:pt x="677" y="648"/>
                    <a:pt x="643" y="724"/>
                  </a:cubicBezTo>
                  <a:cubicBezTo>
                    <a:pt x="0" y="724"/>
                    <a:pt x="0" y="724"/>
                    <a:pt x="0" y="72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19"/>
          <p:cNvGrpSpPr/>
          <p:nvPr/>
        </p:nvGrpSpPr>
        <p:grpSpPr>
          <a:xfrm>
            <a:off x="685525" y="862801"/>
            <a:ext cx="7917659" cy="4152973"/>
            <a:chOff x="685525" y="862801"/>
            <a:chExt cx="7917659" cy="4152973"/>
          </a:xfrm>
        </p:grpSpPr>
        <p:sp>
          <p:nvSpPr>
            <p:cNvPr id="391" name="Google Shape;391;p19"/>
            <p:cNvSpPr/>
            <p:nvPr/>
          </p:nvSpPr>
          <p:spPr>
            <a:xfrm rot="-3821866">
              <a:off x="710355" y="4779040"/>
              <a:ext cx="146240" cy="1462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2" name="Google Shape;392;p19"/>
            <p:cNvSpPr/>
            <p:nvPr/>
          </p:nvSpPr>
          <p:spPr>
            <a:xfrm rot="-3824814">
              <a:off x="821178" y="4415586"/>
              <a:ext cx="73926" cy="739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3" name="Google Shape;393;p19"/>
            <p:cNvSpPr/>
            <p:nvPr/>
          </p:nvSpPr>
          <p:spPr>
            <a:xfrm rot="-3824002">
              <a:off x="1175725" y="4895254"/>
              <a:ext cx="103039" cy="10303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8529384" y="1202766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8254635" y="862801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96" name="Google Shape;39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1" type="subTitle"/>
          </p:nvPr>
        </p:nvSpPr>
        <p:spPr>
          <a:xfrm>
            <a:off x="1255615" y="1230275"/>
            <a:ext cx="3106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398" name="Google Shape;398;p19"/>
          <p:cNvSpPr txBox="1"/>
          <p:nvPr>
            <p:ph idx="2" type="subTitle"/>
          </p:nvPr>
        </p:nvSpPr>
        <p:spPr>
          <a:xfrm>
            <a:off x="1255617" y="1692300"/>
            <a:ext cx="3106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3" type="subTitle"/>
          </p:nvPr>
        </p:nvSpPr>
        <p:spPr>
          <a:xfrm>
            <a:off x="5206267" y="1692300"/>
            <a:ext cx="3106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4" type="subTitle"/>
          </p:nvPr>
        </p:nvSpPr>
        <p:spPr>
          <a:xfrm>
            <a:off x="1255617" y="3212025"/>
            <a:ext cx="3106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5" type="subTitle"/>
          </p:nvPr>
        </p:nvSpPr>
        <p:spPr>
          <a:xfrm>
            <a:off x="5206267" y="3212025"/>
            <a:ext cx="31068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6" type="subTitle"/>
          </p:nvPr>
        </p:nvSpPr>
        <p:spPr>
          <a:xfrm>
            <a:off x="1255615" y="2750000"/>
            <a:ext cx="3106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7" type="subTitle"/>
          </p:nvPr>
        </p:nvSpPr>
        <p:spPr>
          <a:xfrm>
            <a:off x="5206265" y="1230275"/>
            <a:ext cx="3106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8" type="subTitle"/>
          </p:nvPr>
        </p:nvSpPr>
        <p:spPr>
          <a:xfrm>
            <a:off x="5206265" y="2750000"/>
            <a:ext cx="31068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20"/>
          <p:cNvGrpSpPr/>
          <p:nvPr/>
        </p:nvGrpSpPr>
        <p:grpSpPr>
          <a:xfrm>
            <a:off x="-480651" y="-622649"/>
            <a:ext cx="9751901" cy="6096975"/>
            <a:chOff x="-480651" y="-622649"/>
            <a:chExt cx="9751901" cy="6096975"/>
          </a:xfrm>
        </p:grpSpPr>
        <p:sp>
          <p:nvSpPr>
            <p:cNvPr id="407" name="Google Shape;407;p20"/>
            <p:cNvSpPr/>
            <p:nvPr/>
          </p:nvSpPr>
          <p:spPr>
            <a:xfrm rot="-5400000">
              <a:off x="-345513" y="-757787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0"/>
            <p:cNvSpPr/>
            <p:nvPr/>
          </p:nvSpPr>
          <p:spPr>
            <a:xfrm rot="5400000">
              <a:off x="6394999" y="2598074"/>
              <a:ext cx="1406625" cy="4345877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20"/>
          <p:cNvGrpSpPr/>
          <p:nvPr/>
        </p:nvGrpSpPr>
        <p:grpSpPr>
          <a:xfrm>
            <a:off x="11" y="445016"/>
            <a:ext cx="8603173" cy="4606076"/>
            <a:chOff x="11" y="445016"/>
            <a:chExt cx="8603173" cy="4606076"/>
          </a:xfrm>
        </p:grpSpPr>
        <p:sp>
          <p:nvSpPr>
            <p:cNvPr id="410" name="Google Shape;410;p20"/>
            <p:cNvSpPr/>
            <p:nvPr/>
          </p:nvSpPr>
          <p:spPr>
            <a:xfrm rot="-2914892">
              <a:off x="30051" y="664611"/>
              <a:ext cx="146020" cy="1460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1" name="Google Shape;411;p20"/>
            <p:cNvSpPr/>
            <p:nvPr/>
          </p:nvSpPr>
          <p:spPr>
            <a:xfrm rot="-2917040">
              <a:off x="473848" y="460231"/>
              <a:ext cx="73969" cy="7396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2" name="Google Shape;412;p20"/>
            <p:cNvSpPr/>
            <p:nvPr/>
          </p:nvSpPr>
          <p:spPr>
            <a:xfrm rot="-2911938">
              <a:off x="334067" y="982965"/>
              <a:ext cx="103292" cy="1032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8529384" y="4977291"/>
              <a:ext cx="73800" cy="7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8254635" y="4637326"/>
              <a:ext cx="146100" cy="14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15" name="Google Shape;41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" type="subTitle"/>
          </p:nvPr>
        </p:nvSpPr>
        <p:spPr>
          <a:xfrm>
            <a:off x="715100" y="1860875"/>
            <a:ext cx="24657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2" type="subTitle"/>
          </p:nvPr>
        </p:nvSpPr>
        <p:spPr>
          <a:xfrm>
            <a:off x="3331691" y="1860883"/>
            <a:ext cx="24666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3" type="subTitle"/>
          </p:nvPr>
        </p:nvSpPr>
        <p:spPr>
          <a:xfrm>
            <a:off x="715100" y="3625425"/>
            <a:ext cx="24666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4" type="subTitle"/>
          </p:nvPr>
        </p:nvSpPr>
        <p:spPr>
          <a:xfrm>
            <a:off x="3333345" y="3625424"/>
            <a:ext cx="24657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5" type="subTitle"/>
          </p:nvPr>
        </p:nvSpPr>
        <p:spPr>
          <a:xfrm>
            <a:off x="5950691" y="1860883"/>
            <a:ext cx="24666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6" type="subTitle"/>
          </p:nvPr>
        </p:nvSpPr>
        <p:spPr>
          <a:xfrm>
            <a:off x="5950691" y="3625425"/>
            <a:ext cx="24666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7" type="subTitle"/>
          </p:nvPr>
        </p:nvSpPr>
        <p:spPr>
          <a:xfrm>
            <a:off x="715104" y="1564875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8" type="subTitle"/>
          </p:nvPr>
        </p:nvSpPr>
        <p:spPr>
          <a:xfrm>
            <a:off x="3331692" y="1564875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9" type="subTitle"/>
          </p:nvPr>
        </p:nvSpPr>
        <p:spPr>
          <a:xfrm>
            <a:off x="5952925" y="1564875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13" type="subTitle"/>
          </p:nvPr>
        </p:nvSpPr>
        <p:spPr>
          <a:xfrm>
            <a:off x="715104" y="3319203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4" type="subTitle"/>
          </p:nvPr>
        </p:nvSpPr>
        <p:spPr>
          <a:xfrm>
            <a:off x="3331692" y="3319203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15" type="subTitle"/>
          </p:nvPr>
        </p:nvSpPr>
        <p:spPr>
          <a:xfrm>
            <a:off x="5952925" y="3319203"/>
            <a:ext cx="24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1"/>
          <p:cNvGrpSpPr/>
          <p:nvPr/>
        </p:nvGrpSpPr>
        <p:grpSpPr>
          <a:xfrm>
            <a:off x="-1593931" y="-235762"/>
            <a:ext cx="10976018" cy="7077063"/>
            <a:chOff x="-1593931" y="-235762"/>
            <a:chExt cx="10976018" cy="7077063"/>
          </a:xfrm>
        </p:grpSpPr>
        <p:sp>
          <p:nvSpPr>
            <p:cNvPr id="430" name="Google Shape;430;p21"/>
            <p:cNvSpPr/>
            <p:nvPr/>
          </p:nvSpPr>
          <p:spPr>
            <a:xfrm>
              <a:off x="7475737" y="-235762"/>
              <a:ext cx="1906350" cy="2176626"/>
            </a:xfrm>
            <a:custGeom>
              <a:rect b="b" l="l" r="r" t="t"/>
              <a:pathLst>
                <a:path extrusionOk="0" h="857" w="751">
                  <a:moveTo>
                    <a:pt x="6" y="0"/>
                  </a:moveTo>
                  <a:cubicBezTo>
                    <a:pt x="0" y="111"/>
                    <a:pt x="31" y="257"/>
                    <a:pt x="157" y="280"/>
                  </a:cubicBezTo>
                  <a:cubicBezTo>
                    <a:pt x="228" y="293"/>
                    <a:pt x="305" y="295"/>
                    <a:pt x="370" y="330"/>
                  </a:cubicBezTo>
                  <a:cubicBezTo>
                    <a:pt x="544" y="423"/>
                    <a:pt x="300" y="639"/>
                    <a:pt x="423" y="766"/>
                  </a:cubicBezTo>
                  <a:cubicBezTo>
                    <a:pt x="511" y="857"/>
                    <a:pt x="643" y="851"/>
                    <a:pt x="751" y="806"/>
                  </a:cubicBezTo>
                  <a:cubicBezTo>
                    <a:pt x="751" y="0"/>
                    <a:pt x="751" y="0"/>
                    <a:pt x="751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1"/>
            <p:cNvSpPr/>
            <p:nvPr/>
          </p:nvSpPr>
          <p:spPr>
            <a:xfrm rot="9161279">
              <a:off x="-1237477" y="4071162"/>
              <a:ext cx="2839770" cy="2243704"/>
            </a:xfrm>
            <a:custGeom>
              <a:rect b="b" l="l" r="r" t="t"/>
              <a:pathLst>
                <a:path extrusionOk="0" h="831" w="1052">
                  <a:moveTo>
                    <a:pt x="35" y="253"/>
                  </a:moveTo>
                  <a:cubicBezTo>
                    <a:pt x="54" y="195"/>
                    <a:pt x="98" y="148"/>
                    <a:pt x="153" y="123"/>
                  </a:cubicBezTo>
                  <a:cubicBezTo>
                    <a:pt x="264" y="71"/>
                    <a:pt x="500" y="0"/>
                    <a:pt x="733" y="177"/>
                  </a:cubicBezTo>
                  <a:cubicBezTo>
                    <a:pt x="1052" y="418"/>
                    <a:pt x="878" y="811"/>
                    <a:pt x="581" y="827"/>
                  </a:cubicBezTo>
                  <a:cubicBezTo>
                    <a:pt x="493" y="831"/>
                    <a:pt x="414" y="801"/>
                    <a:pt x="362" y="729"/>
                  </a:cubicBezTo>
                  <a:cubicBezTo>
                    <a:pt x="326" y="678"/>
                    <a:pt x="313" y="616"/>
                    <a:pt x="283" y="562"/>
                  </a:cubicBezTo>
                  <a:cubicBezTo>
                    <a:pt x="255" y="513"/>
                    <a:pt x="217" y="503"/>
                    <a:pt x="166" y="485"/>
                  </a:cubicBezTo>
                  <a:cubicBezTo>
                    <a:pt x="69" y="449"/>
                    <a:pt x="0" y="358"/>
                    <a:pt x="35" y="2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21"/>
          <p:cNvGrpSpPr/>
          <p:nvPr/>
        </p:nvGrpSpPr>
        <p:grpSpPr>
          <a:xfrm>
            <a:off x="127726" y="1512583"/>
            <a:ext cx="8947431" cy="3058204"/>
            <a:chOff x="127726" y="1512583"/>
            <a:chExt cx="8947431" cy="3058204"/>
          </a:xfrm>
        </p:grpSpPr>
        <p:grpSp>
          <p:nvGrpSpPr>
            <p:cNvPr id="433" name="Google Shape;433;p21"/>
            <p:cNvGrpSpPr/>
            <p:nvPr/>
          </p:nvGrpSpPr>
          <p:grpSpPr>
            <a:xfrm rot="-1863073">
              <a:off x="8445149" y="1596120"/>
              <a:ext cx="501270" cy="638429"/>
              <a:chOff x="6398685" y="1321741"/>
              <a:chExt cx="501274" cy="638434"/>
            </a:xfrm>
          </p:grpSpPr>
          <p:sp>
            <p:nvSpPr>
              <p:cNvPr id="434" name="Google Shape;434;p21"/>
              <p:cNvSpPr/>
              <p:nvPr/>
            </p:nvSpPr>
            <p:spPr>
              <a:xfrm>
                <a:off x="6398685" y="13955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5" name="Google Shape;435;p21"/>
              <p:cNvSpPr/>
              <p:nvPr/>
            </p:nvSpPr>
            <p:spPr>
              <a:xfrm>
                <a:off x="6826159" y="13217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6531926" y="18569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37" name="Google Shape;437;p21"/>
            <p:cNvGrpSpPr/>
            <p:nvPr/>
          </p:nvGrpSpPr>
          <p:grpSpPr>
            <a:xfrm rot="2918431">
              <a:off x="223893" y="4096380"/>
              <a:ext cx="348559" cy="413777"/>
              <a:chOff x="7438160" y="1321751"/>
              <a:chExt cx="348549" cy="413765"/>
            </a:xfrm>
          </p:grpSpPr>
          <p:sp>
            <p:nvSpPr>
              <p:cNvPr id="438" name="Google Shape;438;p21"/>
              <p:cNvSpPr/>
              <p:nvPr/>
            </p:nvSpPr>
            <p:spPr>
              <a:xfrm>
                <a:off x="7712909" y="16617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7438160" y="13217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40" name="Google Shape;440;p2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22"/>
          <p:cNvGrpSpPr/>
          <p:nvPr/>
        </p:nvGrpSpPr>
        <p:grpSpPr>
          <a:xfrm>
            <a:off x="-438220" y="-228255"/>
            <a:ext cx="10807670" cy="7221586"/>
            <a:chOff x="-438220" y="-228255"/>
            <a:chExt cx="10807670" cy="7221586"/>
          </a:xfrm>
        </p:grpSpPr>
        <p:sp>
          <p:nvSpPr>
            <p:cNvPr id="443" name="Google Shape;443;p22"/>
            <p:cNvSpPr/>
            <p:nvPr/>
          </p:nvSpPr>
          <p:spPr>
            <a:xfrm rot="-9592476">
              <a:off x="7689927" y="3813408"/>
              <a:ext cx="2252777" cy="2880292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2"/>
            <p:cNvSpPr/>
            <p:nvPr/>
          </p:nvSpPr>
          <p:spPr>
            <a:xfrm rot="-5400000">
              <a:off x="-364401" y="-302075"/>
              <a:ext cx="2158999" cy="2306639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22"/>
          <p:cNvGrpSpPr/>
          <p:nvPr/>
        </p:nvGrpSpPr>
        <p:grpSpPr>
          <a:xfrm>
            <a:off x="88460" y="644364"/>
            <a:ext cx="8863802" cy="4249095"/>
            <a:chOff x="88460" y="644364"/>
            <a:chExt cx="8863802" cy="4249095"/>
          </a:xfrm>
        </p:grpSpPr>
        <p:grpSp>
          <p:nvGrpSpPr>
            <p:cNvPr id="446" name="Google Shape;446;p22"/>
            <p:cNvGrpSpPr/>
            <p:nvPr/>
          </p:nvGrpSpPr>
          <p:grpSpPr>
            <a:xfrm rot="-1141536">
              <a:off x="8360601" y="4190737"/>
              <a:ext cx="501288" cy="638452"/>
              <a:chOff x="6398685" y="1321741"/>
              <a:chExt cx="501274" cy="638434"/>
            </a:xfrm>
          </p:grpSpPr>
          <p:sp>
            <p:nvSpPr>
              <p:cNvPr id="447" name="Google Shape;447;p22"/>
              <p:cNvSpPr/>
              <p:nvPr/>
            </p:nvSpPr>
            <p:spPr>
              <a:xfrm>
                <a:off x="6398685" y="13955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>
                <a:off x="6826159" y="13217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6531926" y="18569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50" name="Google Shape;450;p22"/>
            <p:cNvGrpSpPr/>
            <p:nvPr/>
          </p:nvGrpSpPr>
          <p:grpSpPr>
            <a:xfrm>
              <a:off x="88460" y="644364"/>
              <a:ext cx="348549" cy="413765"/>
              <a:chOff x="7438160" y="1321751"/>
              <a:chExt cx="348549" cy="413765"/>
            </a:xfrm>
          </p:grpSpPr>
          <p:sp>
            <p:nvSpPr>
              <p:cNvPr id="451" name="Google Shape;451;p22"/>
              <p:cNvSpPr/>
              <p:nvPr/>
            </p:nvSpPr>
            <p:spPr>
              <a:xfrm>
                <a:off x="7712909" y="16617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52" name="Google Shape;452;p22"/>
              <p:cNvSpPr/>
              <p:nvPr/>
            </p:nvSpPr>
            <p:spPr>
              <a:xfrm>
                <a:off x="7438160" y="13217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53" name="Google Shape;453;p22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23"/>
          <p:cNvGrpSpPr/>
          <p:nvPr/>
        </p:nvGrpSpPr>
        <p:grpSpPr>
          <a:xfrm>
            <a:off x="-1820423" y="-129325"/>
            <a:ext cx="11134147" cy="7307755"/>
            <a:chOff x="-1820423" y="-129325"/>
            <a:chExt cx="11134147" cy="7307755"/>
          </a:xfrm>
        </p:grpSpPr>
        <p:sp>
          <p:nvSpPr>
            <p:cNvPr id="456" name="Google Shape;456;p23"/>
            <p:cNvSpPr/>
            <p:nvPr/>
          </p:nvSpPr>
          <p:spPr>
            <a:xfrm flipH="1" rot="5400000">
              <a:off x="7133625" y="-1218950"/>
              <a:ext cx="1090475" cy="3269724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3"/>
            <p:cNvSpPr/>
            <p:nvPr/>
          </p:nvSpPr>
          <p:spPr>
            <a:xfrm rot="-7717101">
              <a:off x="-1275133" y="4083526"/>
              <a:ext cx="2510393" cy="2603483"/>
            </a:xfrm>
            <a:custGeom>
              <a:rect b="b" l="l" r="r" t="t"/>
              <a:pathLst>
                <a:path extrusionOk="0" h="950" w="917">
                  <a:moveTo>
                    <a:pt x="80" y="878"/>
                  </a:moveTo>
                  <a:cubicBezTo>
                    <a:pt x="34" y="838"/>
                    <a:pt x="8" y="780"/>
                    <a:pt x="5" y="719"/>
                  </a:cubicBezTo>
                  <a:cubicBezTo>
                    <a:pt x="0" y="597"/>
                    <a:pt x="24" y="352"/>
                    <a:pt x="275" y="203"/>
                  </a:cubicBezTo>
                  <a:cubicBezTo>
                    <a:pt x="620" y="0"/>
                    <a:pt x="917" y="311"/>
                    <a:pt x="819" y="592"/>
                  </a:cubicBezTo>
                  <a:cubicBezTo>
                    <a:pt x="790" y="675"/>
                    <a:pt x="732" y="736"/>
                    <a:pt x="645" y="756"/>
                  </a:cubicBezTo>
                  <a:cubicBezTo>
                    <a:pt x="584" y="771"/>
                    <a:pt x="522" y="759"/>
                    <a:pt x="460" y="766"/>
                  </a:cubicBezTo>
                  <a:cubicBezTo>
                    <a:pt x="404" y="773"/>
                    <a:pt x="381" y="804"/>
                    <a:pt x="344" y="845"/>
                  </a:cubicBezTo>
                  <a:cubicBezTo>
                    <a:pt x="275" y="921"/>
                    <a:pt x="164" y="950"/>
                    <a:pt x="80" y="8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3"/>
          <p:cNvGrpSpPr/>
          <p:nvPr/>
        </p:nvGrpSpPr>
        <p:grpSpPr>
          <a:xfrm>
            <a:off x="117835" y="535001"/>
            <a:ext cx="8791124" cy="4452424"/>
            <a:chOff x="117835" y="535001"/>
            <a:chExt cx="8791124" cy="4452424"/>
          </a:xfrm>
        </p:grpSpPr>
        <p:grpSp>
          <p:nvGrpSpPr>
            <p:cNvPr id="459" name="Google Shape;459;p23"/>
            <p:cNvGrpSpPr/>
            <p:nvPr/>
          </p:nvGrpSpPr>
          <p:grpSpPr>
            <a:xfrm>
              <a:off x="117835" y="4348991"/>
              <a:ext cx="501274" cy="638434"/>
              <a:chOff x="6398685" y="1321741"/>
              <a:chExt cx="501274" cy="638434"/>
            </a:xfrm>
          </p:grpSpPr>
          <p:sp>
            <p:nvSpPr>
              <p:cNvPr id="460" name="Google Shape;460;p23"/>
              <p:cNvSpPr/>
              <p:nvPr/>
            </p:nvSpPr>
            <p:spPr>
              <a:xfrm>
                <a:off x="6398685" y="13955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1" name="Google Shape;461;p23"/>
              <p:cNvSpPr/>
              <p:nvPr/>
            </p:nvSpPr>
            <p:spPr>
              <a:xfrm>
                <a:off x="6826159" y="13217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2" name="Google Shape;462;p23"/>
              <p:cNvSpPr/>
              <p:nvPr/>
            </p:nvSpPr>
            <p:spPr>
              <a:xfrm>
                <a:off x="6531926" y="18569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63" name="Google Shape;463;p23"/>
            <p:cNvGrpSpPr/>
            <p:nvPr/>
          </p:nvGrpSpPr>
          <p:grpSpPr>
            <a:xfrm>
              <a:off x="8560410" y="535001"/>
              <a:ext cx="348549" cy="413765"/>
              <a:chOff x="7438160" y="1321751"/>
              <a:chExt cx="348549" cy="413765"/>
            </a:xfrm>
          </p:grpSpPr>
          <p:sp>
            <p:nvSpPr>
              <p:cNvPr id="464" name="Google Shape;464;p23"/>
              <p:cNvSpPr/>
              <p:nvPr/>
            </p:nvSpPr>
            <p:spPr>
              <a:xfrm>
                <a:off x="7712909" y="1661716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5" name="Google Shape;465;p23"/>
              <p:cNvSpPr/>
              <p:nvPr/>
            </p:nvSpPr>
            <p:spPr>
              <a:xfrm>
                <a:off x="7438160" y="13217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66" name="Google Shape;466;p23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2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4"/>
          <p:cNvSpPr txBox="1"/>
          <p:nvPr>
            <p:ph type="ctrTitle"/>
          </p:nvPr>
        </p:nvSpPr>
        <p:spPr>
          <a:xfrm>
            <a:off x="715100" y="1029025"/>
            <a:ext cx="35136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b="0" sz="47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9" name="Google Shape;469;p24"/>
          <p:cNvSpPr txBox="1"/>
          <p:nvPr>
            <p:ph idx="1" type="subTitle"/>
          </p:nvPr>
        </p:nvSpPr>
        <p:spPr>
          <a:xfrm>
            <a:off x="715100" y="1783675"/>
            <a:ext cx="3513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Figtree"/>
                <a:ea typeface="Figtree"/>
                <a:cs typeface="Figtree"/>
                <a:sym typeface="Figtre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0" name="Google Shape;470;p24"/>
          <p:cNvSpPr txBox="1"/>
          <p:nvPr/>
        </p:nvSpPr>
        <p:spPr>
          <a:xfrm>
            <a:off x="71510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includes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71" name="Google Shape;471;p24"/>
          <p:cNvGrpSpPr/>
          <p:nvPr/>
        </p:nvGrpSpPr>
        <p:grpSpPr>
          <a:xfrm>
            <a:off x="6067203" y="10"/>
            <a:ext cx="3112175" cy="5179365"/>
            <a:chOff x="6067203" y="10"/>
            <a:chExt cx="3112175" cy="5179365"/>
          </a:xfrm>
        </p:grpSpPr>
        <p:sp>
          <p:nvSpPr>
            <p:cNvPr id="472" name="Google Shape;472;p24"/>
            <p:cNvSpPr/>
            <p:nvPr/>
          </p:nvSpPr>
          <p:spPr>
            <a:xfrm flipH="1" rot="5400000">
              <a:off x="7240382" y="-990721"/>
              <a:ext cx="948265" cy="2929728"/>
            </a:xfrm>
            <a:custGeom>
              <a:rect b="b" l="l" r="r" t="t"/>
              <a:pathLst>
                <a:path extrusionOk="0" h="1351" w="693">
                  <a:moveTo>
                    <a:pt x="6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17" y="34"/>
                    <a:pt x="28" y="50"/>
                  </a:cubicBezTo>
                  <a:cubicBezTo>
                    <a:pt x="54" y="85"/>
                    <a:pt x="87" y="107"/>
                    <a:pt x="127" y="122"/>
                  </a:cubicBezTo>
                  <a:cubicBezTo>
                    <a:pt x="167" y="137"/>
                    <a:pt x="210" y="145"/>
                    <a:pt x="249" y="162"/>
                  </a:cubicBezTo>
                  <a:cubicBezTo>
                    <a:pt x="289" y="180"/>
                    <a:pt x="329" y="199"/>
                    <a:pt x="366" y="221"/>
                  </a:cubicBezTo>
                  <a:cubicBezTo>
                    <a:pt x="404" y="243"/>
                    <a:pt x="441" y="271"/>
                    <a:pt x="464" y="309"/>
                  </a:cubicBezTo>
                  <a:cubicBezTo>
                    <a:pt x="504" y="376"/>
                    <a:pt x="498" y="461"/>
                    <a:pt x="478" y="534"/>
                  </a:cubicBezTo>
                  <a:cubicBezTo>
                    <a:pt x="468" y="571"/>
                    <a:pt x="453" y="607"/>
                    <a:pt x="434" y="640"/>
                  </a:cubicBezTo>
                  <a:cubicBezTo>
                    <a:pt x="413" y="676"/>
                    <a:pt x="388" y="711"/>
                    <a:pt x="365" y="747"/>
                  </a:cubicBezTo>
                  <a:cubicBezTo>
                    <a:pt x="345" y="780"/>
                    <a:pt x="325" y="814"/>
                    <a:pt x="312" y="851"/>
                  </a:cubicBezTo>
                  <a:cubicBezTo>
                    <a:pt x="299" y="888"/>
                    <a:pt x="294" y="927"/>
                    <a:pt x="296" y="967"/>
                  </a:cubicBezTo>
                  <a:cubicBezTo>
                    <a:pt x="301" y="1046"/>
                    <a:pt x="332" y="1120"/>
                    <a:pt x="389" y="1176"/>
                  </a:cubicBezTo>
                  <a:cubicBezTo>
                    <a:pt x="441" y="1229"/>
                    <a:pt x="508" y="1264"/>
                    <a:pt x="575" y="1296"/>
                  </a:cubicBezTo>
                  <a:cubicBezTo>
                    <a:pt x="614" y="1315"/>
                    <a:pt x="653" y="1334"/>
                    <a:pt x="693" y="1351"/>
                  </a:cubicBezTo>
                  <a:cubicBezTo>
                    <a:pt x="693" y="0"/>
                    <a:pt x="693" y="0"/>
                    <a:pt x="693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24"/>
            <p:cNvSpPr/>
            <p:nvPr/>
          </p:nvSpPr>
          <p:spPr>
            <a:xfrm rot="5400000">
              <a:off x="6165666" y="2201039"/>
              <a:ext cx="2879873" cy="3076799"/>
            </a:xfrm>
            <a:custGeom>
              <a:rect b="b" l="l" r="r" t="t"/>
              <a:pathLst>
                <a:path extrusionOk="0" h="1644" w="1540">
                  <a:moveTo>
                    <a:pt x="57" y="0"/>
                  </a:moveTo>
                  <a:cubicBezTo>
                    <a:pt x="57" y="0"/>
                    <a:pt x="0" y="298"/>
                    <a:pt x="216" y="388"/>
                  </a:cubicBezTo>
                  <a:cubicBezTo>
                    <a:pt x="433" y="478"/>
                    <a:pt x="694" y="245"/>
                    <a:pt x="825" y="388"/>
                  </a:cubicBezTo>
                  <a:cubicBezTo>
                    <a:pt x="955" y="531"/>
                    <a:pt x="759" y="694"/>
                    <a:pt x="1021" y="784"/>
                  </a:cubicBezTo>
                  <a:cubicBezTo>
                    <a:pt x="1115" y="817"/>
                    <a:pt x="1200" y="881"/>
                    <a:pt x="1218" y="984"/>
                  </a:cubicBezTo>
                  <a:cubicBezTo>
                    <a:pt x="1240" y="1111"/>
                    <a:pt x="1148" y="1183"/>
                    <a:pt x="1111" y="1291"/>
                  </a:cubicBezTo>
                  <a:cubicBezTo>
                    <a:pt x="1090" y="1349"/>
                    <a:pt x="1102" y="1422"/>
                    <a:pt x="1127" y="1477"/>
                  </a:cubicBezTo>
                  <a:cubicBezTo>
                    <a:pt x="1155" y="1540"/>
                    <a:pt x="1206" y="1592"/>
                    <a:pt x="1270" y="1620"/>
                  </a:cubicBezTo>
                  <a:cubicBezTo>
                    <a:pt x="1307" y="1636"/>
                    <a:pt x="1348" y="1643"/>
                    <a:pt x="1389" y="1644"/>
                  </a:cubicBezTo>
                  <a:cubicBezTo>
                    <a:pt x="1405" y="1644"/>
                    <a:pt x="1540" y="1634"/>
                    <a:pt x="1540" y="1618"/>
                  </a:cubicBezTo>
                  <a:cubicBezTo>
                    <a:pt x="1540" y="0"/>
                    <a:pt x="1540" y="0"/>
                    <a:pt x="1540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24"/>
          <p:cNvGrpSpPr/>
          <p:nvPr/>
        </p:nvGrpSpPr>
        <p:grpSpPr>
          <a:xfrm>
            <a:off x="5745153" y="464826"/>
            <a:ext cx="3056132" cy="4503481"/>
            <a:chOff x="5745153" y="464826"/>
            <a:chExt cx="3056132" cy="4503481"/>
          </a:xfrm>
        </p:grpSpPr>
        <p:grpSp>
          <p:nvGrpSpPr>
            <p:cNvPr id="475" name="Google Shape;475;p24"/>
            <p:cNvGrpSpPr/>
            <p:nvPr/>
          </p:nvGrpSpPr>
          <p:grpSpPr>
            <a:xfrm>
              <a:off x="8161651" y="464826"/>
              <a:ext cx="639634" cy="456790"/>
              <a:chOff x="1306651" y="2395201"/>
              <a:chExt cx="639634" cy="456790"/>
            </a:xfrm>
          </p:grpSpPr>
          <p:sp>
            <p:nvSpPr>
              <p:cNvPr id="476" name="Google Shape;476;p24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7" name="Google Shape;477;p24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78" name="Google Shape;478;p24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479" name="Google Shape;479;p24"/>
            <p:cNvGrpSpPr/>
            <p:nvPr/>
          </p:nvGrpSpPr>
          <p:grpSpPr>
            <a:xfrm rot="-3213589">
              <a:off x="5900197" y="4257829"/>
              <a:ext cx="501288" cy="638452"/>
              <a:chOff x="2405110" y="1467841"/>
              <a:chExt cx="501274" cy="638434"/>
            </a:xfrm>
          </p:grpSpPr>
          <p:sp>
            <p:nvSpPr>
              <p:cNvPr id="480" name="Google Shape;480;p24"/>
              <p:cNvSpPr/>
              <p:nvPr/>
            </p:nvSpPr>
            <p:spPr>
              <a:xfrm>
                <a:off x="2405110" y="15416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81" name="Google Shape;481;p24"/>
              <p:cNvSpPr/>
              <p:nvPr/>
            </p:nvSpPr>
            <p:spPr>
              <a:xfrm>
                <a:off x="2832584" y="14678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82" name="Google Shape;482;p24"/>
              <p:cNvSpPr/>
              <p:nvPr/>
            </p:nvSpPr>
            <p:spPr>
              <a:xfrm>
                <a:off x="2538351" y="20030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25"/>
          <p:cNvGrpSpPr/>
          <p:nvPr/>
        </p:nvGrpSpPr>
        <p:grpSpPr>
          <a:xfrm>
            <a:off x="-1789675" y="-2309557"/>
            <a:ext cx="10933681" cy="7453057"/>
            <a:chOff x="-1789675" y="-2309557"/>
            <a:chExt cx="10933681" cy="7453057"/>
          </a:xfrm>
        </p:grpSpPr>
        <p:sp>
          <p:nvSpPr>
            <p:cNvPr id="485" name="Google Shape;485;p25"/>
            <p:cNvSpPr/>
            <p:nvPr/>
          </p:nvSpPr>
          <p:spPr>
            <a:xfrm flipH="1">
              <a:off x="7448932" y="3329375"/>
              <a:ext cx="1695074" cy="1814125"/>
            </a:xfrm>
            <a:custGeom>
              <a:rect b="b" l="l" r="r" t="t"/>
              <a:pathLst>
                <a:path extrusionOk="0" h="724" w="677">
                  <a:moveTo>
                    <a:pt x="0" y="10"/>
                  </a:moveTo>
                  <a:cubicBezTo>
                    <a:pt x="0" y="10"/>
                    <a:pt x="171" y="0"/>
                    <a:pt x="202" y="239"/>
                  </a:cubicBezTo>
                  <a:cubicBezTo>
                    <a:pt x="233" y="478"/>
                    <a:pt x="230" y="509"/>
                    <a:pt x="426" y="500"/>
                  </a:cubicBezTo>
                  <a:cubicBezTo>
                    <a:pt x="622" y="491"/>
                    <a:pt x="677" y="648"/>
                    <a:pt x="643" y="724"/>
                  </a:cubicBezTo>
                  <a:cubicBezTo>
                    <a:pt x="0" y="724"/>
                    <a:pt x="0" y="724"/>
                    <a:pt x="0" y="72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5"/>
            <p:cNvSpPr/>
            <p:nvPr/>
          </p:nvSpPr>
          <p:spPr>
            <a:xfrm flipH="1" rot="-4596521">
              <a:off x="-1058755" y="-2324373"/>
              <a:ext cx="3074968" cy="3931539"/>
            </a:xfrm>
            <a:custGeom>
              <a:rect b="b" l="l" r="r" t="t"/>
              <a:pathLst>
                <a:path extrusionOk="0" h="1039" w="813">
                  <a:moveTo>
                    <a:pt x="348" y="1028"/>
                  </a:moveTo>
                  <a:cubicBezTo>
                    <a:pt x="288" y="1022"/>
                    <a:pt x="233" y="989"/>
                    <a:pt x="196" y="941"/>
                  </a:cubicBezTo>
                  <a:cubicBezTo>
                    <a:pt x="121" y="844"/>
                    <a:pt x="0" y="629"/>
                    <a:pt x="122" y="364"/>
                  </a:cubicBezTo>
                  <a:cubicBezTo>
                    <a:pt x="288" y="0"/>
                    <a:pt x="709" y="84"/>
                    <a:pt x="790" y="370"/>
                  </a:cubicBezTo>
                  <a:cubicBezTo>
                    <a:pt x="813" y="455"/>
                    <a:pt x="801" y="538"/>
                    <a:pt x="742" y="605"/>
                  </a:cubicBezTo>
                  <a:cubicBezTo>
                    <a:pt x="700" y="652"/>
                    <a:pt x="642" y="678"/>
                    <a:pt x="596" y="719"/>
                  </a:cubicBezTo>
                  <a:cubicBezTo>
                    <a:pt x="554" y="756"/>
                    <a:pt x="553" y="796"/>
                    <a:pt x="546" y="850"/>
                  </a:cubicBezTo>
                  <a:cubicBezTo>
                    <a:pt x="533" y="952"/>
                    <a:pt x="458" y="1039"/>
                    <a:pt x="348" y="10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7" name="Google Shape;487;p25"/>
          <p:cNvGrpSpPr/>
          <p:nvPr/>
        </p:nvGrpSpPr>
        <p:grpSpPr>
          <a:xfrm flipH="1">
            <a:off x="906700" y="239801"/>
            <a:ext cx="6824151" cy="4662628"/>
            <a:chOff x="1336955" y="239801"/>
            <a:chExt cx="6824151" cy="4662628"/>
          </a:xfrm>
        </p:grpSpPr>
        <p:grpSp>
          <p:nvGrpSpPr>
            <p:cNvPr id="488" name="Google Shape;488;p25"/>
            <p:cNvGrpSpPr/>
            <p:nvPr/>
          </p:nvGrpSpPr>
          <p:grpSpPr>
            <a:xfrm>
              <a:off x="7838034" y="239801"/>
              <a:ext cx="323072" cy="458629"/>
              <a:chOff x="4526025" y="2968200"/>
              <a:chExt cx="232075" cy="329451"/>
            </a:xfrm>
          </p:grpSpPr>
          <p:sp>
            <p:nvSpPr>
              <p:cNvPr id="489" name="Google Shape;489;p25"/>
              <p:cNvSpPr/>
              <p:nvPr/>
            </p:nvSpPr>
            <p:spPr>
              <a:xfrm>
                <a:off x="4653100" y="2968200"/>
                <a:ext cx="105000" cy="105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4526025" y="2994125"/>
                <a:ext cx="53100" cy="53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4579123" y="3223551"/>
                <a:ext cx="74100" cy="74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492" name="Google Shape;492;p25"/>
            <p:cNvSpPr/>
            <p:nvPr/>
          </p:nvSpPr>
          <p:spPr>
            <a:xfrm rot="6718470">
              <a:off x="1348076" y="4817550"/>
              <a:ext cx="73759" cy="7375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3" name="Google Shape;493;p25"/>
            <p:cNvSpPr/>
            <p:nvPr/>
          </p:nvSpPr>
          <p:spPr>
            <a:xfrm rot="6715945">
              <a:off x="1682947" y="4674210"/>
              <a:ext cx="146180" cy="1461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"/>
          <p:cNvSpPr/>
          <p:nvPr/>
        </p:nvSpPr>
        <p:spPr>
          <a:xfrm flipH="1" rot="5400000">
            <a:off x="6086188" y="-1213595"/>
            <a:ext cx="1854475" cy="4261149"/>
          </a:xfrm>
          <a:custGeom>
            <a:rect b="b" l="l" r="r" t="t"/>
            <a:pathLst>
              <a:path extrusionOk="0" h="1351" w="693">
                <a:moveTo>
                  <a:pt x="693" y="0"/>
                </a:moveTo>
                <a:cubicBezTo>
                  <a:pt x="0" y="0"/>
                  <a:pt x="0" y="0"/>
                  <a:pt x="0" y="0"/>
                </a:cubicBezTo>
                <a:cubicBezTo>
                  <a:pt x="8" y="17"/>
                  <a:pt x="17" y="34"/>
                  <a:pt x="28" y="50"/>
                </a:cubicBezTo>
                <a:cubicBezTo>
                  <a:pt x="54" y="85"/>
                  <a:pt x="87" y="107"/>
                  <a:pt x="127" y="122"/>
                </a:cubicBezTo>
                <a:cubicBezTo>
                  <a:pt x="167" y="137"/>
                  <a:pt x="210" y="145"/>
                  <a:pt x="249" y="162"/>
                </a:cubicBezTo>
                <a:cubicBezTo>
                  <a:pt x="289" y="180"/>
                  <a:pt x="329" y="199"/>
                  <a:pt x="366" y="221"/>
                </a:cubicBezTo>
                <a:cubicBezTo>
                  <a:pt x="404" y="243"/>
                  <a:pt x="441" y="271"/>
                  <a:pt x="464" y="309"/>
                </a:cubicBezTo>
                <a:cubicBezTo>
                  <a:pt x="504" y="376"/>
                  <a:pt x="498" y="461"/>
                  <a:pt x="478" y="534"/>
                </a:cubicBezTo>
                <a:cubicBezTo>
                  <a:pt x="468" y="571"/>
                  <a:pt x="453" y="607"/>
                  <a:pt x="434" y="640"/>
                </a:cubicBezTo>
                <a:cubicBezTo>
                  <a:pt x="413" y="676"/>
                  <a:pt x="388" y="711"/>
                  <a:pt x="365" y="747"/>
                </a:cubicBezTo>
                <a:cubicBezTo>
                  <a:pt x="345" y="780"/>
                  <a:pt x="325" y="814"/>
                  <a:pt x="312" y="851"/>
                </a:cubicBezTo>
                <a:cubicBezTo>
                  <a:pt x="299" y="888"/>
                  <a:pt x="294" y="927"/>
                  <a:pt x="296" y="967"/>
                </a:cubicBezTo>
                <a:cubicBezTo>
                  <a:pt x="301" y="1046"/>
                  <a:pt x="332" y="1120"/>
                  <a:pt x="389" y="1176"/>
                </a:cubicBezTo>
                <a:cubicBezTo>
                  <a:pt x="441" y="1229"/>
                  <a:pt x="508" y="1264"/>
                  <a:pt x="575" y="1296"/>
                </a:cubicBezTo>
                <a:cubicBezTo>
                  <a:pt x="614" y="1315"/>
                  <a:pt x="653" y="1334"/>
                  <a:pt x="693" y="1351"/>
                </a:cubicBezTo>
                <a:cubicBezTo>
                  <a:pt x="693" y="0"/>
                  <a:pt x="693" y="0"/>
                  <a:pt x="693" y="0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 rot="10800000">
            <a:off x="-4" y="2200680"/>
            <a:ext cx="2577400" cy="2942824"/>
          </a:xfrm>
          <a:custGeom>
            <a:rect b="b" l="l" r="r" t="t"/>
            <a:pathLst>
              <a:path extrusionOk="0" h="857" w="751">
                <a:moveTo>
                  <a:pt x="6" y="0"/>
                </a:moveTo>
                <a:cubicBezTo>
                  <a:pt x="0" y="111"/>
                  <a:pt x="31" y="257"/>
                  <a:pt x="157" y="280"/>
                </a:cubicBezTo>
                <a:cubicBezTo>
                  <a:pt x="228" y="293"/>
                  <a:pt x="305" y="295"/>
                  <a:pt x="370" y="330"/>
                </a:cubicBezTo>
                <a:cubicBezTo>
                  <a:pt x="544" y="423"/>
                  <a:pt x="300" y="639"/>
                  <a:pt x="423" y="766"/>
                </a:cubicBezTo>
                <a:cubicBezTo>
                  <a:pt x="511" y="857"/>
                  <a:pt x="643" y="851"/>
                  <a:pt x="751" y="806"/>
                </a:cubicBezTo>
                <a:cubicBezTo>
                  <a:pt x="751" y="0"/>
                  <a:pt x="751" y="0"/>
                  <a:pt x="751" y="0"/>
                </a:cubicBezTo>
                <a:lnTo>
                  <a:pt x="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7" name="Google Shape;497;p26"/>
          <p:cNvGrpSpPr/>
          <p:nvPr/>
        </p:nvGrpSpPr>
        <p:grpSpPr>
          <a:xfrm>
            <a:off x="1521426" y="534991"/>
            <a:ext cx="7025258" cy="3913825"/>
            <a:chOff x="1521426" y="534991"/>
            <a:chExt cx="7025258" cy="3913825"/>
          </a:xfrm>
        </p:grpSpPr>
        <p:grpSp>
          <p:nvGrpSpPr>
            <p:cNvPr id="498" name="Google Shape;498;p26"/>
            <p:cNvGrpSpPr/>
            <p:nvPr/>
          </p:nvGrpSpPr>
          <p:grpSpPr>
            <a:xfrm>
              <a:off x="1521426" y="3992026"/>
              <a:ext cx="639634" cy="456790"/>
              <a:chOff x="1306651" y="2395201"/>
              <a:chExt cx="639634" cy="456790"/>
            </a:xfrm>
          </p:grpSpPr>
          <p:sp>
            <p:nvSpPr>
              <p:cNvPr id="499" name="Google Shape;499;p26"/>
              <p:cNvSpPr/>
              <p:nvPr/>
            </p:nvSpPr>
            <p:spPr>
              <a:xfrm>
                <a:off x="1800185" y="239520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0" name="Google Shape;500;p26"/>
              <p:cNvSpPr/>
              <p:nvPr/>
            </p:nvSpPr>
            <p:spPr>
              <a:xfrm>
                <a:off x="1306651" y="2617501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1" name="Google Shape;501;p26"/>
              <p:cNvSpPr/>
              <p:nvPr/>
            </p:nvSpPr>
            <p:spPr>
              <a:xfrm>
                <a:off x="1573984" y="277819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02" name="Google Shape;502;p26"/>
            <p:cNvGrpSpPr/>
            <p:nvPr/>
          </p:nvGrpSpPr>
          <p:grpSpPr>
            <a:xfrm>
              <a:off x="8045410" y="534991"/>
              <a:ext cx="501274" cy="638434"/>
              <a:chOff x="2405110" y="1467841"/>
              <a:chExt cx="501274" cy="638434"/>
            </a:xfrm>
          </p:grpSpPr>
          <p:sp>
            <p:nvSpPr>
              <p:cNvPr id="503" name="Google Shape;503;p26"/>
              <p:cNvSpPr/>
              <p:nvPr/>
            </p:nvSpPr>
            <p:spPr>
              <a:xfrm>
                <a:off x="2405110" y="1541651"/>
                <a:ext cx="146100" cy="14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4" name="Google Shape;504;p26"/>
              <p:cNvSpPr/>
              <p:nvPr/>
            </p:nvSpPr>
            <p:spPr>
              <a:xfrm>
                <a:off x="2832584" y="1467841"/>
                <a:ext cx="73800" cy="73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2538351" y="2003076"/>
                <a:ext cx="103200" cy="103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506" name="Google Shape;506;p26"/>
          <p:cNvGrpSpPr/>
          <p:nvPr/>
        </p:nvGrpSpPr>
        <p:grpSpPr>
          <a:xfrm>
            <a:off x="4758125" y="1753586"/>
            <a:ext cx="3144892" cy="2506063"/>
            <a:chOff x="4758125" y="1753586"/>
            <a:chExt cx="3144892" cy="2506063"/>
          </a:xfrm>
        </p:grpSpPr>
        <p:grpSp>
          <p:nvGrpSpPr>
            <p:cNvPr id="507" name="Google Shape;507;p26"/>
            <p:cNvGrpSpPr/>
            <p:nvPr/>
          </p:nvGrpSpPr>
          <p:grpSpPr>
            <a:xfrm>
              <a:off x="4758125" y="1753586"/>
              <a:ext cx="2965882" cy="2089495"/>
              <a:chOff x="1129800" y="1405386"/>
              <a:chExt cx="2965882" cy="2089495"/>
            </a:xfrm>
          </p:grpSpPr>
          <p:sp>
            <p:nvSpPr>
              <p:cNvPr id="508" name="Google Shape;508;p26"/>
              <p:cNvSpPr/>
              <p:nvPr/>
            </p:nvSpPr>
            <p:spPr>
              <a:xfrm>
                <a:off x="1129800" y="1720775"/>
                <a:ext cx="1071824" cy="1364450"/>
              </a:xfrm>
              <a:custGeom>
                <a:rect b="b" l="l" r="r" t="t"/>
                <a:pathLst>
                  <a:path extrusionOk="0" h="1199" w="698">
                    <a:moveTo>
                      <a:pt x="532" y="78"/>
                    </a:moveTo>
                    <a:cubicBezTo>
                      <a:pt x="519" y="62"/>
                      <a:pt x="476" y="32"/>
                      <a:pt x="470" y="26"/>
                    </a:cubicBezTo>
                    <a:cubicBezTo>
                      <a:pt x="463" y="20"/>
                      <a:pt x="443" y="12"/>
                      <a:pt x="427" y="6"/>
                    </a:cubicBezTo>
                    <a:cubicBezTo>
                      <a:pt x="410" y="0"/>
                      <a:pt x="390" y="8"/>
                      <a:pt x="380" y="6"/>
                    </a:cubicBezTo>
                    <a:cubicBezTo>
                      <a:pt x="369" y="4"/>
                      <a:pt x="338" y="21"/>
                      <a:pt x="328" y="26"/>
                    </a:cubicBezTo>
                    <a:cubicBezTo>
                      <a:pt x="318" y="30"/>
                      <a:pt x="265" y="15"/>
                      <a:pt x="261" y="41"/>
                    </a:cubicBezTo>
                    <a:cubicBezTo>
                      <a:pt x="257" y="67"/>
                      <a:pt x="280" y="33"/>
                      <a:pt x="249" y="78"/>
                    </a:cubicBezTo>
                    <a:cubicBezTo>
                      <a:pt x="218" y="124"/>
                      <a:pt x="228" y="132"/>
                      <a:pt x="207" y="161"/>
                    </a:cubicBezTo>
                    <a:cubicBezTo>
                      <a:pt x="186" y="190"/>
                      <a:pt x="202" y="196"/>
                      <a:pt x="151" y="218"/>
                    </a:cubicBezTo>
                    <a:cubicBezTo>
                      <a:pt x="100" y="241"/>
                      <a:pt x="96" y="224"/>
                      <a:pt x="79" y="254"/>
                    </a:cubicBezTo>
                    <a:cubicBezTo>
                      <a:pt x="63" y="284"/>
                      <a:pt x="77" y="294"/>
                      <a:pt x="79" y="329"/>
                    </a:cubicBezTo>
                    <a:cubicBezTo>
                      <a:pt x="81" y="363"/>
                      <a:pt x="65" y="364"/>
                      <a:pt x="49" y="400"/>
                    </a:cubicBezTo>
                    <a:cubicBezTo>
                      <a:pt x="32" y="437"/>
                      <a:pt x="34" y="439"/>
                      <a:pt x="30" y="463"/>
                    </a:cubicBezTo>
                    <a:cubicBezTo>
                      <a:pt x="26" y="488"/>
                      <a:pt x="26" y="475"/>
                      <a:pt x="30" y="521"/>
                    </a:cubicBezTo>
                    <a:cubicBezTo>
                      <a:pt x="34" y="567"/>
                      <a:pt x="32" y="537"/>
                      <a:pt x="16" y="603"/>
                    </a:cubicBezTo>
                    <a:cubicBezTo>
                      <a:pt x="0" y="670"/>
                      <a:pt x="4" y="688"/>
                      <a:pt x="4" y="706"/>
                    </a:cubicBezTo>
                    <a:cubicBezTo>
                      <a:pt x="4" y="725"/>
                      <a:pt x="5" y="742"/>
                      <a:pt x="3" y="760"/>
                    </a:cubicBezTo>
                    <a:cubicBezTo>
                      <a:pt x="2" y="778"/>
                      <a:pt x="22" y="757"/>
                      <a:pt x="30" y="792"/>
                    </a:cubicBezTo>
                    <a:cubicBezTo>
                      <a:pt x="39" y="827"/>
                      <a:pt x="41" y="834"/>
                      <a:pt x="63" y="872"/>
                    </a:cubicBezTo>
                    <a:cubicBezTo>
                      <a:pt x="85" y="911"/>
                      <a:pt x="51" y="854"/>
                      <a:pt x="116" y="940"/>
                    </a:cubicBezTo>
                    <a:cubicBezTo>
                      <a:pt x="181" y="1027"/>
                      <a:pt x="184" y="1044"/>
                      <a:pt x="198" y="1054"/>
                    </a:cubicBezTo>
                    <a:cubicBezTo>
                      <a:pt x="212" y="1064"/>
                      <a:pt x="258" y="1070"/>
                      <a:pt x="268" y="1082"/>
                    </a:cubicBezTo>
                    <a:cubicBezTo>
                      <a:pt x="277" y="1094"/>
                      <a:pt x="301" y="1094"/>
                      <a:pt x="328" y="1129"/>
                    </a:cubicBezTo>
                    <a:cubicBezTo>
                      <a:pt x="355" y="1164"/>
                      <a:pt x="340" y="1168"/>
                      <a:pt x="405" y="1168"/>
                    </a:cubicBezTo>
                    <a:cubicBezTo>
                      <a:pt x="469" y="1168"/>
                      <a:pt x="407" y="1199"/>
                      <a:pt x="522" y="1160"/>
                    </a:cubicBezTo>
                    <a:cubicBezTo>
                      <a:pt x="637" y="1121"/>
                      <a:pt x="676" y="1125"/>
                      <a:pt x="675" y="1117"/>
                    </a:cubicBezTo>
                    <a:cubicBezTo>
                      <a:pt x="674" y="1109"/>
                      <a:pt x="691" y="1079"/>
                      <a:pt x="692" y="1041"/>
                    </a:cubicBezTo>
                    <a:cubicBezTo>
                      <a:pt x="692" y="1003"/>
                      <a:pt x="698" y="953"/>
                      <a:pt x="638" y="871"/>
                    </a:cubicBezTo>
                    <a:cubicBezTo>
                      <a:pt x="579" y="789"/>
                      <a:pt x="524" y="698"/>
                      <a:pt x="512" y="639"/>
                    </a:cubicBezTo>
                    <a:cubicBezTo>
                      <a:pt x="500" y="580"/>
                      <a:pt x="512" y="380"/>
                      <a:pt x="515" y="320"/>
                    </a:cubicBezTo>
                    <a:cubicBezTo>
                      <a:pt x="519" y="260"/>
                      <a:pt x="517" y="222"/>
                      <a:pt x="512" y="179"/>
                    </a:cubicBezTo>
                    <a:cubicBezTo>
                      <a:pt x="507" y="137"/>
                      <a:pt x="532" y="78"/>
                      <a:pt x="532" y="7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9" name="Google Shape;509;p26"/>
              <p:cNvGrpSpPr/>
              <p:nvPr/>
            </p:nvGrpSpPr>
            <p:grpSpPr>
              <a:xfrm>
                <a:off x="1331295" y="1405386"/>
                <a:ext cx="2764387" cy="2089495"/>
                <a:chOff x="811176" y="500840"/>
                <a:chExt cx="2646359" cy="2000282"/>
              </a:xfrm>
            </p:grpSpPr>
            <p:sp>
              <p:nvSpPr>
                <p:cNvPr id="510" name="Google Shape;510;p26"/>
                <p:cNvSpPr/>
                <p:nvPr/>
              </p:nvSpPr>
              <p:spPr>
                <a:xfrm>
                  <a:off x="811176" y="1009126"/>
                  <a:ext cx="486500" cy="799951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11" name="Google Shape;511;p26"/>
                <p:cNvGrpSpPr/>
                <p:nvPr/>
              </p:nvGrpSpPr>
              <p:grpSpPr>
                <a:xfrm>
                  <a:off x="1077700" y="500840"/>
                  <a:ext cx="2379835" cy="2000282"/>
                  <a:chOff x="1496438" y="1326625"/>
                  <a:chExt cx="2290726" cy="1925385"/>
                </a:xfrm>
              </p:grpSpPr>
              <p:sp>
                <p:nvSpPr>
                  <p:cNvPr id="512" name="Google Shape;512;p26"/>
                  <p:cNvSpPr/>
                  <p:nvPr/>
                </p:nvSpPr>
                <p:spPr>
                  <a:xfrm>
                    <a:off x="2887054" y="1512463"/>
                    <a:ext cx="204800" cy="266748"/>
                  </a:xfrm>
                  <a:custGeom>
                    <a:rect b="b" l="l" r="r" t="t"/>
                    <a:pathLst>
                      <a:path extrusionOk="0" h="173" w="133">
                        <a:moveTo>
                          <a:pt x="126" y="0"/>
                        </a:moveTo>
                        <a:cubicBezTo>
                          <a:pt x="118" y="0"/>
                          <a:pt x="110" y="2"/>
                          <a:pt x="102" y="4"/>
                        </a:cubicBezTo>
                        <a:cubicBezTo>
                          <a:pt x="92" y="6"/>
                          <a:pt x="83" y="10"/>
                          <a:pt x="74" y="15"/>
                        </a:cubicBezTo>
                        <a:cubicBezTo>
                          <a:pt x="56" y="25"/>
                          <a:pt x="40" y="39"/>
                          <a:pt x="28" y="56"/>
                        </a:cubicBezTo>
                        <a:cubicBezTo>
                          <a:pt x="22" y="64"/>
                          <a:pt x="17" y="73"/>
                          <a:pt x="13" y="83"/>
                        </a:cubicBezTo>
                        <a:cubicBezTo>
                          <a:pt x="9" y="92"/>
                          <a:pt x="6" y="102"/>
                          <a:pt x="4" y="112"/>
                        </a:cubicBezTo>
                        <a:cubicBezTo>
                          <a:pt x="0" y="132"/>
                          <a:pt x="0" y="153"/>
                          <a:pt x="7" y="173"/>
                        </a:cubicBezTo>
                        <a:cubicBezTo>
                          <a:pt x="19" y="155"/>
                          <a:pt x="27" y="139"/>
                          <a:pt x="36" y="124"/>
                        </a:cubicBezTo>
                        <a:cubicBezTo>
                          <a:pt x="45" y="109"/>
                          <a:pt x="54" y="95"/>
                          <a:pt x="64" y="82"/>
                        </a:cubicBezTo>
                        <a:cubicBezTo>
                          <a:pt x="73" y="68"/>
                          <a:pt x="84" y="55"/>
                          <a:pt x="95" y="42"/>
                        </a:cubicBezTo>
                        <a:cubicBezTo>
                          <a:pt x="107" y="29"/>
                          <a:pt x="119" y="16"/>
                          <a:pt x="133" y="1"/>
                        </a:cubicBezTo>
                        <a:cubicBezTo>
                          <a:pt x="130" y="0"/>
                          <a:pt x="128" y="0"/>
                          <a:pt x="126" y="0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3" name="Google Shape;513;p26"/>
                  <p:cNvSpPr/>
                  <p:nvPr/>
                </p:nvSpPr>
                <p:spPr>
                  <a:xfrm>
                    <a:off x="2544457" y="1651525"/>
                    <a:ext cx="2528" cy="5057"/>
                  </a:xfrm>
                  <a:custGeom>
                    <a:rect b="b" l="l" r="r" t="t"/>
                    <a:pathLst>
                      <a:path extrusionOk="0" h="4" w="1">
                        <a:moveTo>
                          <a:pt x="1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0" y="0"/>
                          <a:pt x="0" y="1"/>
                          <a:pt x="1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lnTo>
                          <a:pt x="1" y="2"/>
                        </a:lnTo>
                        <a:close/>
                      </a:path>
                    </a:pathLst>
                  </a:custGeom>
                  <a:solidFill>
                    <a:srgbClr val="4EC0A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4" name="Google Shape;514;p26"/>
                  <p:cNvSpPr/>
                  <p:nvPr/>
                </p:nvSpPr>
                <p:spPr>
                  <a:xfrm>
                    <a:off x="2613988" y="2312706"/>
                    <a:ext cx="0" cy="1265"/>
                  </a:xfrm>
                  <a:custGeom>
                    <a:rect b="b" l="l" r="r" t="t"/>
                    <a:pathLst>
                      <a:path extrusionOk="0" h="1" w="120000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4EC0A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515" name="Google Shape;515;p26"/>
                  <p:cNvCxnSpPr/>
                  <p:nvPr/>
                </p:nvCxnSpPr>
                <p:spPr>
                  <a:xfrm>
                    <a:off x="2491361" y="2292478"/>
                    <a:ext cx="0" cy="0"/>
                  </a:xfrm>
                  <a:prstGeom prst="straightConnector1">
                    <a:avLst/>
                  </a:prstGeom>
                  <a:noFill/>
                  <a:ln>
                    <a:noFill/>
                  </a:ln>
                </p:spPr>
              </p:cxnSp>
              <p:cxnSp>
                <p:nvCxnSpPr>
                  <p:cNvPr id="516" name="Google Shape;516;p26"/>
                  <p:cNvCxnSpPr/>
                  <p:nvPr/>
                </p:nvCxnSpPr>
                <p:spPr>
                  <a:xfrm>
                    <a:off x="2491361" y="2292478"/>
                    <a:ext cx="0" cy="0"/>
                  </a:xfrm>
                  <a:prstGeom prst="straightConnector1">
                    <a:avLst/>
                  </a:prstGeom>
                  <a:noFill/>
                  <a:ln>
                    <a:noFill/>
                  </a:ln>
                </p:spPr>
              </p:cxnSp>
              <p:sp>
                <p:nvSpPr>
                  <p:cNvPr id="517" name="Google Shape;517;p26"/>
                  <p:cNvSpPr/>
                  <p:nvPr/>
                </p:nvSpPr>
                <p:spPr>
                  <a:xfrm>
                    <a:off x="2152556" y="1356966"/>
                    <a:ext cx="906429" cy="1841950"/>
                  </a:xfrm>
                  <a:custGeom>
                    <a:rect b="b" l="l" r="r" t="t"/>
                    <a:pathLst>
                      <a:path extrusionOk="0" h="1191" w="587">
                        <a:moveTo>
                          <a:pt x="584" y="713"/>
                        </a:moveTo>
                        <a:cubicBezTo>
                          <a:pt x="581" y="703"/>
                          <a:pt x="569" y="694"/>
                          <a:pt x="558" y="698"/>
                        </a:cubicBezTo>
                        <a:cubicBezTo>
                          <a:pt x="538" y="706"/>
                          <a:pt x="516" y="713"/>
                          <a:pt x="494" y="717"/>
                        </a:cubicBezTo>
                        <a:cubicBezTo>
                          <a:pt x="490" y="718"/>
                          <a:pt x="486" y="719"/>
                          <a:pt x="481" y="720"/>
                        </a:cubicBezTo>
                        <a:cubicBezTo>
                          <a:pt x="479" y="720"/>
                          <a:pt x="477" y="720"/>
                          <a:pt x="475" y="721"/>
                        </a:cubicBezTo>
                        <a:cubicBezTo>
                          <a:pt x="474" y="721"/>
                          <a:pt x="473" y="721"/>
                          <a:pt x="472" y="721"/>
                        </a:cubicBezTo>
                        <a:cubicBezTo>
                          <a:pt x="463" y="722"/>
                          <a:pt x="454" y="723"/>
                          <a:pt x="445" y="723"/>
                        </a:cubicBezTo>
                        <a:cubicBezTo>
                          <a:pt x="437" y="723"/>
                          <a:pt x="429" y="722"/>
                          <a:pt x="421" y="722"/>
                        </a:cubicBezTo>
                        <a:cubicBezTo>
                          <a:pt x="420" y="722"/>
                          <a:pt x="418" y="721"/>
                          <a:pt x="417" y="721"/>
                        </a:cubicBezTo>
                        <a:cubicBezTo>
                          <a:pt x="417" y="721"/>
                          <a:pt x="418" y="721"/>
                          <a:pt x="418" y="721"/>
                        </a:cubicBezTo>
                        <a:cubicBezTo>
                          <a:pt x="418" y="721"/>
                          <a:pt x="417" y="721"/>
                          <a:pt x="416" y="721"/>
                        </a:cubicBezTo>
                        <a:cubicBezTo>
                          <a:pt x="416" y="721"/>
                          <a:pt x="416" y="721"/>
                          <a:pt x="416" y="721"/>
                        </a:cubicBezTo>
                        <a:cubicBezTo>
                          <a:pt x="415" y="721"/>
                          <a:pt x="414" y="721"/>
                          <a:pt x="414" y="721"/>
                        </a:cubicBezTo>
                        <a:cubicBezTo>
                          <a:pt x="411" y="720"/>
                          <a:pt x="408" y="720"/>
                          <a:pt x="405" y="719"/>
                        </a:cubicBezTo>
                        <a:cubicBezTo>
                          <a:pt x="398" y="718"/>
                          <a:pt x="391" y="716"/>
                          <a:pt x="385" y="714"/>
                        </a:cubicBezTo>
                        <a:cubicBezTo>
                          <a:pt x="382" y="713"/>
                          <a:pt x="379" y="712"/>
                          <a:pt x="376" y="711"/>
                        </a:cubicBezTo>
                        <a:cubicBezTo>
                          <a:pt x="375" y="710"/>
                          <a:pt x="373" y="709"/>
                          <a:pt x="372" y="709"/>
                        </a:cubicBezTo>
                        <a:cubicBezTo>
                          <a:pt x="379" y="711"/>
                          <a:pt x="373" y="709"/>
                          <a:pt x="371" y="708"/>
                        </a:cubicBezTo>
                        <a:cubicBezTo>
                          <a:pt x="361" y="704"/>
                          <a:pt x="351" y="698"/>
                          <a:pt x="341" y="691"/>
                        </a:cubicBezTo>
                        <a:cubicBezTo>
                          <a:pt x="341" y="691"/>
                          <a:pt x="340" y="690"/>
                          <a:pt x="339" y="689"/>
                        </a:cubicBezTo>
                        <a:cubicBezTo>
                          <a:pt x="339" y="689"/>
                          <a:pt x="339" y="689"/>
                          <a:pt x="339" y="689"/>
                        </a:cubicBezTo>
                        <a:cubicBezTo>
                          <a:pt x="336" y="687"/>
                          <a:pt x="334" y="686"/>
                          <a:pt x="332" y="684"/>
                        </a:cubicBezTo>
                        <a:cubicBezTo>
                          <a:pt x="329" y="680"/>
                          <a:pt x="325" y="677"/>
                          <a:pt x="322" y="674"/>
                        </a:cubicBezTo>
                        <a:cubicBezTo>
                          <a:pt x="318" y="670"/>
                          <a:pt x="315" y="667"/>
                          <a:pt x="312" y="663"/>
                        </a:cubicBezTo>
                        <a:cubicBezTo>
                          <a:pt x="311" y="661"/>
                          <a:pt x="310" y="660"/>
                          <a:pt x="308" y="658"/>
                        </a:cubicBezTo>
                        <a:cubicBezTo>
                          <a:pt x="314" y="665"/>
                          <a:pt x="308" y="658"/>
                          <a:pt x="307" y="656"/>
                        </a:cubicBezTo>
                        <a:cubicBezTo>
                          <a:pt x="303" y="650"/>
                          <a:pt x="299" y="644"/>
                          <a:pt x="295" y="638"/>
                        </a:cubicBezTo>
                        <a:cubicBezTo>
                          <a:pt x="295" y="637"/>
                          <a:pt x="294" y="636"/>
                          <a:pt x="294" y="635"/>
                        </a:cubicBezTo>
                        <a:cubicBezTo>
                          <a:pt x="295" y="627"/>
                          <a:pt x="296" y="618"/>
                          <a:pt x="297" y="609"/>
                        </a:cubicBezTo>
                        <a:cubicBezTo>
                          <a:pt x="297" y="603"/>
                          <a:pt x="298" y="598"/>
                          <a:pt x="299" y="592"/>
                        </a:cubicBezTo>
                        <a:cubicBezTo>
                          <a:pt x="299" y="591"/>
                          <a:pt x="299" y="591"/>
                          <a:pt x="299" y="591"/>
                        </a:cubicBezTo>
                        <a:cubicBezTo>
                          <a:pt x="299" y="592"/>
                          <a:pt x="298" y="593"/>
                          <a:pt x="298" y="594"/>
                        </a:cubicBezTo>
                        <a:cubicBezTo>
                          <a:pt x="298" y="593"/>
                          <a:pt x="299" y="592"/>
                          <a:pt x="299" y="591"/>
                        </a:cubicBezTo>
                        <a:cubicBezTo>
                          <a:pt x="299" y="591"/>
                          <a:pt x="299" y="591"/>
                          <a:pt x="299" y="591"/>
                        </a:cubicBezTo>
                        <a:cubicBezTo>
                          <a:pt x="299" y="589"/>
                          <a:pt x="299" y="587"/>
                          <a:pt x="299" y="590"/>
                        </a:cubicBezTo>
                        <a:cubicBezTo>
                          <a:pt x="299" y="588"/>
                          <a:pt x="299" y="586"/>
                          <a:pt x="300" y="584"/>
                        </a:cubicBezTo>
                        <a:cubicBezTo>
                          <a:pt x="303" y="559"/>
                          <a:pt x="309" y="535"/>
                          <a:pt x="313" y="511"/>
                        </a:cubicBezTo>
                        <a:cubicBezTo>
                          <a:pt x="332" y="401"/>
                          <a:pt x="332" y="289"/>
                          <a:pt x="318" y="178"/>
                        </a:cubicBezTo>
                        <a:cubicBezTo>
                          <a:pt x="312" y="127"/>
                          <a:pt x="305" y="75"/>
                          <a:pt x="291" y="25"/>
                        </a:cubicBezTo>
                        <a:cubicBezTo>
                          <a:pt x="286" y="8"/>
                          <a:pt x="269" y="0"/>
                          <a:pt x="253" y="3"/>
                        </a:cubicBezTo>
                        <a:cubicBezTo>
                          <a:pt x="236" y="7"/>
                          <a:pt x="227" y="26"/>
                          <a:pt x="231" y="41"/>
                        </a:cubicBezTo>
                        <a:cubicBezTo>
                          <a:pt x="231" y="42"/>
                          <a:pt x="232" y="43"/>
                          <a:pt x="232" y="44"/>
                        </a:cubicBezTo>
                        <a:cubicBezTo>
                          <a:pt x="237" y="63"/>
                          <a:pt x="241" y="83"/>
                          <a:pt x="244" y="102"/>
                        </a:cubicBezTo>
                        <a:cubicBezTo>
                          <a:pt x="248" y="120"/>
                          <a:pt x="251" y="138"/>
                          <a:pt x="253" y="156"/>
                        </a:cubicBezTo>
                        <a:cubicBezTo>
                          <a:pt x="254" y="158"/>
                          <a:pt x="254" y="160"/>
                          <a:pt x="254" y="162"/>
                        </a:cubicBezTo>
                        <a:cubicBezTo>
                          <a:pt x="254" y="162"/>
                          <a:pt x="254" y="164"/>
                          <a:pt x="255" y="165"/>
                        </a:cubicBezTo>
                        <a:cubicBezTo>
                          <a:pt x="255" y="165"/>
                          <a:pt x="255" y="165"/>
                          <a:pt x="255" y="165"/>
                        </a:cubicBezTo>
                        <a:cubicBezTo>
                          <a:pt x="255" y="166"/>
                          <a:pt x="255" y="167"/>
                          <a:pt x="255" y="168"/>
                        </a:cubicBezTo>
                        <a:cubicBezTo>
                          <a:pt x="255" y="167"/>
                          <a:pt x="255" y="166"/>
                          <a:pt x="255" y="166"/>
                        </a:cubicBezTo>
                        <a:cubicBezTo>
                          <a:pt x="255" y="171"/>
                          <a:pt x="256" y="176"/>
                          <a:pt x="257" y="181"/>
                        </a:cubicBezTo>
                        <a:cubicBezTo>
                          <a:pt x="258" y="192"/>
                          <a:pt x="259" y="203"/>
                          <a:pt x="260" y="214"/>
                        </a:cubicBezTo>
                        <a:cubicBezTo>
                          <a:pt x="265" y="268"/>
                          <a:pt x="267" y="321"/>
                          <a:pt x="265" y="375"/>
                        </a:cubicBezTo>
                        <a:cubicBezTo>
                          <a:pt x="264" y="404"/>
                          <a:pt x="262" y="434"/>
                          <a:pt x="258" y="463"/>
                        </a:cubicBezTo>
                        <a:cubicBezTo>
                          <a:pt x="258" y="465"/>
                          <a:pt x="256" y="473"/>
                          <a:pt x="258" y="464"/>
                        </a:cubicBezTo>
                        <a:cubicBezTo>
                          <a:pt x="258" y="466"/>
                          <a:pt x="257" y="467"/>
                          <a:pt x="257" y="468"/>
                        </a:cubicBezTo>
                        <a:cubicBezTo>
                          <a:pt x="257" y="472"/>
                          <a:pt x="256" y="476"/>
                          <a:pt x="256" y="479"/>
                        </a:cubicBezTo>
                        <a:cubicBezTo>
                          <a:pt x="255" y="487"/>
                          <a:pt x="253" y="494"/>
                          <a:pt x="252" y="501"/>
                        </a:cubicBezTo>
                        <a:cubicBezTo>
                          <a:pt x="250" y="514"/>
                          <a:pt x="247" y="526"/>
                          <a:pt x="245" y="539"/>
                        </a:cubicBezTo>
                        <a:cubicBezTo>
                          <a:pt x="234" y="598"/>
                          <a:pt x="177" y="597"/>
                          <a:pt x="165" y="596"/>
                        </a:cubicBezTo>
                        <a:cubicBezTo>
                          <a:pt x="156" y="594"/>
                          <a:pt x="146" y="592"/>
                          <a:pt x="137" y="588"/>
                        </a:cubicBezTo>
                        <a:cubicBezTo>
                          <a:pt x="133" y="586"/>
                          <a:pt x="129" y="584"/>
                          <a:pt x="124" y="582"/>
                        </a:cubicBezTo>
                        <a:cubicBezTo>
                          <a:pt x="122" y="580"/>
                          <a:pt x="120" y="579"/>
                          <a:pt x="118" y="577"/>
                        </a:cubicBezTo>
                        <a:cubicBezTo>
                          <a:pt x="117" y="577"/>
                          <a:pt x="115" y="576"/>
                          <a:pt x="114" y="575"/>
                        </a:cubicBezTo>
                        <a:cubicBezTo>
                          <a:pt x="114" y="575"/>
                          <a:pt x="114" y="575"/>
                          <a:pt x="113" y="574"/>
                        </a:cubicBezTo>
                        <a:cubicBezTo>
                          <a:pt x="113" y="574"/>
                          <a:pt x="112" y="574"/>
                          <a:pt x="112" y="573"/>
                        </a:cubicBezTo>
                        <a:cubicBezTo>
                          <a:pt x="111" y="573"/>
                          <a:pt x="111" y="572"/>
                          <a:pt x="110" y="571"/>
                        </a:cubicBezTo>
                        <a:cubicBezTo>
                          <a:pt x="108" y="570"/>
                          <a:pt x="107" y="569"/>
                          <a:pt x="105" y="567"/>
                        </a:cubicBezTo>
                        <a:cubicBezTo>
                          <a:pt x="102" y="564"/>
                          <a:pt x="99" y="561"/>
                          <a:pt x="96" y="558"/>
                        </a:cubicBezTo>
                        <a:cubicBezTo>
                          <a:pt x="94" y="556"/>
                          <a:pt x="93" y="555"/>
                          <a:pt x="92" y="553"/>
                        </a:cubicBezTo>
                        <a:cubicBezTo>
                          <a:pt x="91" y="552"/>
                          <a:pt x="91" y="552"/>
                          <a:pt x="90" y="551"/>
                        </a:cubicBezTo>
                        <a:cubicBezTo>
                          <a:pt x="89" y="549"/>
                          <a:pt x="87" y="546"/>
                          <a:pt x="85" y="544"/>
                        </a:cubicBezTo>
                        <a:cubicBezTo>
                          <a:pt x="80" y="536"/>
                          <a:pt x="76" y="528"/>
                          <a:pt x="72" y="520"/>
                        </a:cubicBezTo>
                        <a:cubicBezTo>
                          <a:pt x="71" y="519"/>
                          <a:pt x="71" y="519"/>
                          <a:pt x="71" y="519"/>
                        </a:cubicBezTo>
                        <a:cubicBezTo>
                          <a:pt x="71" y="518"/>
                          <a:pt x="71" y="518"/>
                          <a:pt x="71" y="518"/>
                        </a:cubicBezTo>
                        <a:cubicBezTo>
                          <a:pt x="71" y="519"/>
                          <a:pt x="71" y="519"/>
                          <a:pt x="71" y="519"/>
                        </a:cubicBezTo>
                        <a:cubicBezTo>
                          <a:pt x="66" y="508"/>
                          <a:pt x="56" y="503"/>
                          <a:pt x="44" y="505"/>
                        </a:cubicBezTo>
                        <a:cubicBezTo>
                          <a:pt x="38" y="507"/>
                          <a:pt x="33" y="511"/>
                          <a:pt x="30" y="516"/>
                        </a:cubicBezTo>
                        <a:cubicBezTo>
                          <a:pt x="27" y="521"/>
                          <a:pt x="26" y="529"/>
                          <a:pt x="28" y="534"/>
                        </a:cubicBezTo>
                        <a:cubicBezTo>
                          <a:pt x="30" y="540"/>
                          <a:pt x="33" y="547"/>
                          <a:pt x="36" y="552"/>
                        </a:cubicBezTo>
                        <a:cubicBezTo>
                          <a:pt x="49" y="577"/>
                          <a:pt x="68" y="598"/>
                          <a:pt x="90" y="614"/>
                        </a:cubicBezTo>
                        <a:cubicBezTo>
                          <a:pt x="107" y="627"/>
                          <a:pt x="126" y="635"/>
                          <a:pt x="147" y="640"/>
                        </a:cubicBezTo>
                        <a:cubicBezTo>
                          <a:pt x="143" y="642"/>
                          <a:pt x="138" y="644"/>
                          <a:pt x="134" y="646"/>
                        </a:cubicBezTo>
                        <a:cubicBezTo>
                          <a:pt x="121" y="651"/>
                          <a:pt x="107" y="655"/>
                          <a:pt x="93" y="657"/>
                        </a:cubicBezTo>
                        <a:cubicBezTo>
                          <a:pt x="80" y="658"/>
                          <a:pt x="67" y="659"/>
                          <a:pt x="54" y="657"/>
                        </a:cubicBezTo>
                        <a:cubicBezTo>
                          <a:pt x="52" y="657"/>
                          <a:pt x="49" y="656"/>
                          <a:pt x="47" y="656"/>
                        </a:cubicBezTo>
                        <a:cubicBezTo>
                          <a:pt x="41" y="655"/>
                          <a:pt x="36" y="654"/>
                          <a:pt x="31" y="652"/>
                        </a:cubicBezTo>
                        <a:cubicBezTo>
                          <a:pt x="19" y="647"/>
                          <a:pt x="6" y="657"/>
                          <a:pt x="2" y="668"/>
                        </a:cubicBezTo>
                        <a:cubicBezTo>
                          <a:pt x="0" y="673"/>
                          <a:pt x="2" y="681"/>
                          <a:pt x="5" y="686"/>
                        </a:cubicBezTo>
                        <a:cubicBezTo>
                          <a:pt x="8" y="691"/>
                          <a:pt x="13" y="694"/>
                          <a:pt x="18" y="696"/>
                        </a:cubicBezTo>
                        <a:cubicBezTo>
                          <a:pt x="19" y="697"/>
                          <a:pt x="19" y="697"/>
                          <a:pt x="19" y="697"/>
                        </a:cubicBezTo>
                        <a:cubicBezTo>
                          <a:pt x="25" y="699"/>
                          <a:pt x="33" y="700"/>
                          <a:pt x="40" y="702"/>
                        </a:cubicBezTo>
                        <a:cubicBezTo>
                          <a:pt x="57" y="705"/>
                          <a:pt x="74" y="706"/>
                          <a:pt x="92" y="704"/>
                        </a:cubicBezTo>
                        <a:cubicBezTo>
                          <a:pt x="118" y="701"/>
                          <a:pt x="142" y="694"/>
                          <a:pt x="166" y="682"/>
                        </a:cubicBezTo>
                        <a:cubicBezTo>
                          <a:pt x="190" y="670"/>
                          <a:pt x="213" y="652"/>
                          <a:pt x="232" y="633"/>
                        </a:cubicBezTo>
                        <a:cubicBezTo>
                          <a:pt x="227" y="694"/>
                          <a:pt x="226" y="755"/>
                          <a:pt x="229" y="816"/>
                        </a:cubicBezTo>
                        <a:cubicBezTo>
                          <a:pt x="232" y="899"/>
                          <a:pt x="240" y="981"/>
                          <a:pt x="251" y="1063"/>
                        </a:cubicBezTo>
                        <a:cubicBezTo>
                          <a:pt x="255" y="1097"/>
                          <a:pt x="260" y="1132"/>
                          <a:pt x="267" y="1166"/>
                        </a:cubicBezTo>
                        <a:cubicBezTo>
                          <a:pt x="270" y="1183"/>
                          <a:pt x="290" y="1191"/>
                          <a:pt x="305" y="1188"/>
                        </a:cubicBezTo>
                        <a:cubicBezTo>
                          <a:pt x="312" y="1186"/>
                          <a:pt x="320" y="1180"/>
                          <a:pt x="324" y="1174"/>
                        </a:cubicBezTo>
                        <a:cubicBezTo>
                          <a:pt x="328" y="1166"/>
                          <a:pt x="328" y="1158"/>
                          <a:pt x="327" y="1150"/>
                        </a:cubicBezTo>
                        <a:cubicBezTo>
                          <a:pt x="327" y="1149"/>
                          <a:pt x="327" y="1148"/>
                          <a:pt x="326" y="1148"/>
                        </a:cubicBezTo>
                        <a:cubicBezTo>
                          <a:pt x="324" y="1134"/>
                          <a:pt x="322" y="1121"/>
                          <a:pt x="319" y="1107"/>
                        </a:cubicBezTo>
                        <a:cubicBezTo>
                          <a:pt x="317" y="1094"/>
                          <a:pt x="316" y="1082"/>
                          <a:pt x="314" y="1069"/>
                        </a:cubicBezTo>
                        <a:cubicBezTo>
                          <a:pt x="313" y="1062"/>
                          <a:pt x="312" y="1055"/>
                          <a:pt x="311" y="1048"/>
                        </a:cubicBezTo>
                        <a:cubicBezTo>
                          <a:pt x="311" y="1048"/>
                          <a:pt x="311" y="1048"/>
                          <a:pt x="311" y="1048"/>
                        </a:cubicBezTo>
                        <a:cubicBezTo>
                          <a:pt x="311" y="1046"/>
                          <a:pt x="310" y="1044"/>
                          <a:pt x="310" y="1042"/>
                        </a:cubicBezTo>
                        <a:cubicBezTo>
                          <a:pt x="309" y="1038"/>
                          <a:pt x="309" y="1034"/>
                          <a:pt x="308" y="1030"/>
                        </a:cubicBezTo>
                        <a:cubicBezTo>
                          <a:pt x="298" y="947"/>
                          <a:pt x="291" y="864"/>
                          <a:pt x="290" y="780"/>
                        </a:cubicBezTo>
                        <a:cubicBezTo>
                          <a:pt x="289" y="754"/>
                          <a:pt x="289" y="727"/>
                          <a:pt x="290" y="701"/>
                        </a:cubicBezTo>
                        <a:cubicBezTo>
                          <a:pt x="327" y="740"/>
                          <a:pt x="379" y="761"/>
                          <a:pt x="432" y="764"/>
                        </a:cubicBezTo>
                        <a:cubicBezTo>
                          <a:pt x="479" y="766"/>
                          <a:pt x="526" y="755"/>
                          <a:pt x="569" y="738"/>
                        </a:cubicBezTo>
                        <a:cubicBezTo>
                          <a:pt x="579" y="734"/>
                          <a:pt x="587" y="724"/>
                          <a:pt x="584" y="71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" name="Google Shape;518;p26"/>
                  <p:cNvSpPr/>
                  <p:nvPr/>
                </p:nvSpPr>
                <p:spPr>
                  <a:xfrm>
                    <a:off x="2792239" y="2514978"/>
                    <a:ext cx="5057" cy="0"/>
                  </a:xfrm>
                  <a:custGeom>
                    <a:rect b="b" l="l" r="r" t="t"/>
                    <a:pathLst>
                      <a:path extrusionOk="0" h="120000" w="3">
                        <a:moveTo>
                          <a:pt x="2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4EC0A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9" name="Google Shape;519;p26"/>
                  <p:cNvSpPr/>
                  <p:nvPr/>
                </p:nvSpPr>
                <p:spPr>
                  <a:xfrm>
                    <a:off x="2737879" y="1589580"/>
                    <a:ext cx="0" cy="6321"/>
                  </a:xfrm>
                  <a:custGeom>
                    <a:rect b="b" l="l" r="r" t="t"/>
                    <a:pathLst>
                      <a:path extrusionOk="0" h="4" w="120000">
                        <a:moveTo>
                          <a:pt x="0" y="3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1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FF5C96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0" name="Google Shape;520;p26"/>
                  <p:cNvSpPr/>
                  <p:nvPr/>
                </p:nvSpPr>
                <p:spPr>
                  <a:xfrm>
                    <a:off x="2669613" y="2250759"/>
                    <a:ext cx="0" cy="1265"/>
                  </a:xfrm>
                  <a:custGeom>
                    <a:rect b="b" l="l" r="r" t="t"/>
                    <a:pathLst>
                      <a:path extrusionOk="0" h="1" w="120000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5C96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1" name="Google Shape;521;p26"/>
                  <p:cNvSpPr/>
                  <p:nvPr/>
                </p:nvSpPr>
                <p:spPr>
                  <a:xfrm>
                    <a:off x="2220822" y="1326625"/>
                    <a:ext cx="896316" cy="1840685"/>
                  </a:xfrm>
                  <a:custGeom>
                    <a:rect b="b" l="l" r="r" t="t"/>
                    <a:pathLst>
                      <a:path extrusionOk="0" h="1191" w="580">
                        <a:moveTo>
                          <a:pt x="578" y="553"/>
                        </a:moveTo>
                        <a:cubicBezTo>
                          <a:pt x="575" y="542"/>
                          <a:pt x="562" y="532"/>
                          <a:pt x="550" y="537"/>
                        </a:cubicBezTo>
                        <a:cubicBezTo>
                          <a:pt x="544" y="539"/>
                          <a:pt x="539" y="540"/>
                          <a:pt x="533" y="541"/>
                        </a:cubicBezTo>
                        <a:cubicBezTo>
                          <a:pt x="531" y="542"/>
                          <a:pt x="528" y="542"/>
                          <a:pt x="526" y="542"/>
                        </a:cubicBezTo>
                        <a:cubicBezTo>
                          <a:pt x="513" y="544"/>
                          <a:pt x="500" y="544"/>
                          <a:pt x="487" y="542"/>
                        </a:cubicBezTo>
                        <a:cubicBezTo>
                          <a:pt x="473" y="540"/>
                          <a:pt x="459" y="536"/>
                          <a:pt x="446" y="531"/>
                        </a:cubicBezTo>
                        <a:cubicBezTo>
                          <a:pt x="442" y="529"/>
                          <a:pt x="438" y="527"/>
                          <a:pt x="433" y="525"/>
                        </a:cubicBezTo>
                        <a:cubicBezTo>
                          <a:pt x="454" y="521"/>
                          <a:pt x="474" y="512"/>
                          <a:pt x="491" y="500"/>
                        </a:cubicBezTo>
                        <a:cubicBezTo>
                          <a:pt x="513" y="483"/>
                          <a:pt x="531" y="462"/>
                          <a:pt x="544" y="438"/>
                        </a:cubicBezTo>
                        <a:cubicBezTo>
                          <a:pt x="547" y="432"/>
                          <a:pt x="550" y="426"/>
                          <a:pt x="553" y="419"/>
                        </a:cubicBezTo>
                        <a:cubicBezTo>
                          <a:pt x="555" y="414"/>
                          <a:pt x="553" y="406"/>
                          <a:pt x="550" y="401"/>
                        </a:cubicBezTo>
                        <a:cubicBezTo>
                          <a:pt x="547" y="396"/>
                          <a:pt x="542" y="392"/>
                          <a:pt x="536" y="391"/>
                        </a:cubicBezTo>
                        <a:cubicBezTo>
                          <a:pt x="524" y="388"/>
                          <a:pt x="514" y="394"/>
                          <a:pt x="509" y="404"/>
                        </a:cubicBezTo>
                        <a:cubicBezTo>
                          <a:pt x="509" y="404"/>
                          <a:pt x="509" y="404"/>
                          <a:pt x="509" y="404"/>
                        </a:cubicBezTo>
                        <a:cubicBezTo>
                          <a:pt x="509" y="404"/>
                          <a:pt x="509" y="404"/>
                          <a:pt x="509" y="404"/>
                        </a:cubicBezTo>
                        <a:cubicBezTo>
                          <a:pt x="508" y="405"/>
                          <a:pt x="508" y="405"/>
                          <a:pt x="508" y="405"/>
                        </a:cubicBezTo>
                        <a:cubicBezTo>
                          <a:pt x="505" y="413"/>
                          <a:pt x="500" y="421"/>
                          <a:pt x="495" y="429"/>
                        </a:cubicBezTo>
                        <a:cubicBezTo>
                          <a:pt x="494" y="431"/>
                          <a:pt x="492" y="434"/>
                          <a:pt x="490" y="437"/>
                        </a:cubicBezTo>
                        <a:cubicBezTo>
                          <a:pt x="489" y="437"/>
                          <a:pt x="489" y="438"/>
                          <a:pt x="489" y="438"/>
                        </a:cubicBezTo>
                        <a:cubicBezTo>
                          <a:pt x="487" y="440"/>
                          <a:pt x="486" y="441"/>
                          <a:pt x="484" y="443"/>
                        </a:cubicBezTo>
                        <a:cubicBezTo>
                          <a:pt x="481" y="446"/>
                          <a:pt x="478" y="449"/>
                          <a:pt x="475" y="452"/>
                        </a:cubicBezTo>
                        <a:cubicBezTo>
                          <a:pt x="474" y="454"/>
                          <a:pt x="472" y="455"/>
                          <a:pt x="470" y="457"/>
                        </a:cubicBezTo>
                        <a:cubicBezTo>
                          <a:pt x="470" y="457"/>
                          <a:pt x="469" y="458"/>
                          <a:pt x="468" y="459"/>
                        </a:cubicBezTo>
                        <a:cubicBezTo>
                          <a:pt x="468" y="459"/>
                          <a:pt x="467" y="459"/>
                          <a:pt x="467" y="460"/>
                        </a:cubicBezTo>
                        <a:cubicBezTo>
                          <a:pt x="466" y="460"/>
                          <a:pt x="466" y="460"/>
                          <a:pt x="466" y="460"/>
                        </a:cubicBezTo>
                        <a:cubicBezTo>
                          <a:pt x="465" y="461"/>
                          <a:pt x="464" y="462"/>
                          <a:pt x="463" y="463"/>
                        </a:cubicBezTo>
                        <a:cubicBezTo>
                          <a:pt x="460" y="464"/>
                          <a:pt x="458" y="466"/>
                          <a:pt x="456" y="467"/>
                        </a:cubicBezTo>
                        <a:cubicBezTo>
                          <a:pt x="452" y="469"/>
                          <a:pt x="447" y="472"/>
                          <a:pt x="443" y="474"/>
                        </a:cubicBezTo>
                        <a:cubicBezTo>
                          <a:pt x="434" y="477"/>
                          <a:pt x="425" y="480"/>
                          <a:pt x="415" y="481"/>
                        </a:cubicBezTo>
                        <a:cubicBezTo>
                          <a:pt x="403" y="482"/>
                          <a:pt x="368" y="479"/>
                          <a:pt x="341" y="433"/>
                        </a:cubicBezTo>
                        <a:cubicBezTo>
                          <a:pt x="336" y="424"/>
                          <a:pt x="331" y="416"/>
                          <a:pt x="326" y="408"/>
                        </a:cubicBezTo>
                        <a:cubicBezTo>
                          <a:pt x="325" y="397"/>
                          <a:pt x="325" y="386"/>
                          <a:pt x="324" y="375"/>
                        </a:cubicBezTo>
                        <a:cubicBezTo>
                          <a:pt x="322" y="321"/>
                          <a:pt x="324" y="268"/>
                          <a:pt x="329" y="214"/>
                        </a:cubicBezTo>
                        <a:cubicBezTo>
                          <a:pt x="330" y="203"/>
                          <a:pt x="331" y="192"/>
                          <a:pt x="333" y="181"/>
                        </a:cubicBezTo>
                        <a:cubicBezTo>
                          <a:pt x="333" y="176"/>
                          <a:pt x="334" y="171"/>
                          <a:pt x="335" y="166"/>
                        </a:cubicBezTo>
                        <a:cubicBezTo>
                          <a:pt x="335" y="166"/>
                          <a:pt x="334" y="167"/>
                          <a:pt x="334" y="168"/>
                        </a:cubicBezTo>
                        <a:cubicBezTo>
                          <a:pt x="335" y="167"/>
                          <a:pt x="335" y="166"/>
                          <a:pt x="335" y="165"/>
                        </a:cubicBezTo>
                        <a:cubicBezTo>
                          <a:pt x="335" y="165"/>
                          <a:pt x="335" y="165"/>
                          <a:pt x="335" y="165"/>
                        </a:cubicBezTo>
                        <a:cubicBezTo>
                          <a:pt x="335" y="164"/>
                          <a:pt x="335" y="161"/>
                          <a:pt x="335" y="162"/>
                        </a:cubicBezTo>
                        <a:cubicBezTo>
                          <a:pt x="335" y="160"/>
                          <a:pt x="336" y="158"/>
                          <a:pt x="336" y="156"/>
                        </a:cubicBezTo>
                        <a:cubicBezTo>
                          <a:pt x="339" y="138"/>
                          <a:pt x="342" y="120"/>
                          <a:pt x="345" y="102"/>
                        </a:cubicBezTo>
                        <a:cubicBezTo>
                          <a:pt x="349" y="83"/>
                          <a:pt x="353" y="63"/>
                          <a:pt x="358" y="44"/>
                        </a:cubicBezTo>
                        <a:cubicBezTo>
                          <a:pt x="358" y="43"/>
                          <a:pt x="358" y="42"/>
                          <a:pt x="358" y="41"/>
                        </a:cubicBezTo>
                        <a:cubicBezTo>
                          <a:pt x="363" y="26"/>
                          <a:pt x="353" y="7"/>
                          <a:pt x="337" y="3"/>
                        </a:cubicBezTo>
                        <a:cubicBezTo>
                          <a:pt x="320" y="0"/>
                          <a:pt x="303" y="8"/>
                          <a:pt x="299" y="25"/>
                        </a:cubicBezTo>
                        <a:cubicBezTo>
                          <a:pt x="285" y="75"/>
                          <a:pt x="277" y="127"/>
                          <a:pt x="271" y="178"/>
                        </a:cubicBezTo>
                        <a:cubicBezTo>
                          <a:pt x="258" y="289"/>
                          <a:pt x="258" y="401"/>
                          <a:pt x="276" y="511"/>
                        </a:cubicBezTo>
                        <a:cubicBezTo>
                          <a:pt x="281" y="535"/>
                          <a:pt x="286" y="559"/>
                          <a:pt x="290" y="584"/>
                        </a:cubicBezTo>
                        <a:cubicBezTo>
                          <a:pt x="290" y="586"/>
                          <a:pt x="290" y="588"/>
                          <a:pt x="291" y="590"/>
                        </a:cubicBezTo>
                        <a:cubicBezTo>
                          <a:pt x="290" y="587"/>
                          <a:pt x="290" y="589"/>
                          <a:pt x="291" y="591"/>
                        </a:cubicBezTo>
                        <a:cubicBezTo>
                          <a:pt x="291" y="591"/>
                          <a:pt x="291" y="591"/>
                          <a:pt x="291" y="591"/>
                        </a:cubicBezTo>
                        <a:cubicBezTo>
                          <a:pt x="291" y="592"/>
                          <a:pt x="291" y="593"/>
                          <a:pt x="291" y="594"/>
                        </a:cubicBezTo>
                        <a:cubicBezTo>
                          <a:pt x="291" y="593"/>
                          <a:pt x="291" y="592"/>
                          <a:pt x="291" y="591"/>
                        </a:cubicBezTo>
                        <a:cubicBezTo>
                          <a:pt x="291" y="592"/>
                          <a:pt x="291" y="592"/>
                          <a:pt x="291" y="592"/>
                        </a:cubicBezTo>
                        <a:cubicBezTo>
                          <a:pt x="292" y="598"/>
                          <a:pt x="292" y="603"/>
                          <a:pt x="293" y="609"/>
                        </a:cubicBezTo>
                        <a:cubicBezTo>
                          <a:pt x="294" y="620"/>
                          <a:pt x="295" y="631"/>
                          <a:pt x="296" y="642"/>
                        </a:cubicBezTo>
                        <a:cubicBezTo>
                          <a:pt x="296" y="645"/>
                          <a:pt x="296" y="648"/>
                          <a:pt x="297" y="651"/>
                        </a:cubicBezTo>
                        <a:cubicBezTo>
                          <a:pt x="295" y="653"/>
                          <a:pt x="294" y="656"/>
                          <a:pt x="292" y="659"/>
                        </a:cubicBezTo>
                        <a:cubicBezTo>
                          <a:pt x="289" y="665"/>
                          <a:pt x="285" y="671"/>
                          <a:pt x="281" y="677"/>
                        </a:cubicBezTo>
                        <a:cubicBezTo>
                          <a:pt x="279" y="679"/>
                          <a:pt x="274" y="686"/>
                          <a:pt x="279" y="679"/>
                        </a:cubicBezTo>
                        <a:cubicBezTo>
                          <a:pt x="278" y="681"/>
                          <a:pt x="277" y="682"/>
                          <a:pt x="275" y="684"/>
                        </a:cubicBezTo>
                        <a:cubicBezTo>
                          <a:pt x="272" y="688"/>
                          <a:pt x="269" y="691"/>
                          <a:pt x="266" y="695"/>
                        </a:cubicBezTo>
                        <a:cubicBezTo>
                          <a:pt x="263" y="698"/>
                          <a:pt x="259" y="701"/>
                          <a:pt x="255" y="705"/>
                        </a:cubicBezTo>
                        <a:cubicBezTo>
                          <a:pt x="253" y="706"/>
                          <a:pt x="251" y="708"/>
                          <a:pt x="249" y="710"/>
                        </a:cubicBezTo>
                        <a:cubicBezTo>
                          <a:pt x="249" y="710"/>
                          <a:pt x="249" y="710"/>
                          <a:pt x="249" y="710"/>
                        </a:cubicBezTo>
                        <a:cubicBezTo>
                          <a:pt x="248" y="711"/>
                          <a:pt x="247" y="711"/>
                          <a:pt x="246" y="712"/>
                        </a:cubicBezTo>
                        <a:cubicBezTo>
                          <a:pt x="237" y="719"/>
                          <a:pt x="227" y="725"/>
                          <a:pt x="217" y="729"/>
                        </a:cubicBezTo>
                        <a:cubicBezTo>
                          <a:pt x="215" y="730"/>
                          <a:pt x="209" y="732"/>
                          <a:pt x="216" y="730"/>
                        </a:cubicBezTo>
                        <a:cubicBezTo>
                          <a:pt x="214" y="730"/>
                          <a:pt x="213" y="731"/>
                          <a:pt x="212" y="732"/>
                        </a:cubicBezTo>
                        <a:cubicBezTo>
                          <a:pt x="209" y="733"/>
                          <a:pt x="206" y="734"/>
                          <a:pt x="203" y="735"/>
                        </a:cubicBezTo>
                        <a:cubicBezTo>
                          <a:pt x="196" y="737"/>
                          <a:pt x="190" y="739"/>
                          <a:pt x="183" y="740"/>
                        </a:cubicBezTo>
                        <a:cubicBezTo>
                          <a:pt x="180" y="741"/>
                          <a:pt x="176" y="741"/>
                          <a:pt x="173" y="742"/>
                        </a:cubicBezTo>
                        <a:cubicBezTo>
                          <a:pt x="174" y="742"/>
                          <a:pt x="173" y="742"/>
                          <a:pt x="172" y="742"/>
                        </a:cubicBezTo>
                        <a:cubicBezTo>
                          <a:pt x="171" y="742"/>
                          <a:pt x="171" y="742"/>
                          <a:pt x="171" y="742"/>
                        </a:cubicBezTo>
                        <a:cubicBezTo>
                          <a:pt x="171" y="742"/>
                          <a:pt x="170" y="742"/>
                          <a:pt x="169" y="742"/>
                        </a:cubicBezTo>
                        <a:cubicBezTo>
                          <a:pt x="170" y="742"/>
                          <a:pt x="170" y="742"/>
                          <a:pt x="171" y="742"/>
                        </a:cubicBezTo>
                        <a:cubicBezTo>
                          <a:pt x="169" y="742"/>
                          <a:pt x="168" y="743"/>
                          <a:pt x="166" y="743"/>
                        </a:cubicBezTo>
                        <a:cubicBezTo>
                          <a:pt x="158" y="743"/>
                          <a:pt x="150" y="744"/>
                          <a:pt x="142" y="744"/>
                        </a:cubicBezTo>
                        <a:cubicBezTo>
                          <a:pt x="134" y="744"/>
                          <a:pt x="125" y="743"/>
                          <a:pt x="116" y="742"/>
                        </a:cubicBezTo>
                        <a:cubicBezTo>
                          <a:pt x="115" y="742"/>
                          <a:pt x="114" y="742"/>
                          <a:pt x="112" y="742"/>
                        </a:cubicBezTo>
                        <a:cubicBezTo>
                          <a:pt x="110" y="741"/>
                          <a:pt x="108" y="741"/>
                          <a:pt x="106" y="741"/>
                        </a:cubicBezTo>
                        <a:cubicBezTo>
                          <a:pt x="102" y="740"/>
                          <a:pt x="98" y="739"/>
                          <a:pt x="93" y="738"/>
                        </a:cubicBezTo>
                        <a:cubicBezTo>
                          <a:pt x="71" y="734"/>
                          <a:pt x="50" y="727"/>
                          <a:pt x="29" y="719"/>
                        </a:cubicBezTo>
                        <a:cubicBezTo>
                          <a:pt x="18" y="715"/>
                          <a:pt x="7" y="724"/>
                          <a:pt x="4" y="734"/>
                        </a:cubicBezTo>
                        <a:cubicBezTo>
                          <a:pt x="0" y="745"/>
                          <a:pt x="8" y="755"/>
                          <a:pt x="18" y="759"/>
                        </a:cubicBezTo>
                        <a:cubicBezTo>
                          <a:pt x="62" y="776"/>
                          <a:pt x="108" y="787"/>
                          <a:pt x="155" y="785"/>
                        </a:cubicBezTo>
                        <a:cubicBezTo>
                          <a:pt x="210" y="782"/>
                          <a:pt x="263" y="760"/>
                          <a:pt x="300" y="719"/>
                        </a:cubicBezTo>
                        <a:cubicBezTo>
                          <a:pt x="300" y="739"/>
                          <a:pt x="300" y="760"/>
                          <a:pt x="300" y="780"/>
                        </a:cubicBezTo>
                        <a:cubicBezTo>
                          <a:pt x="298" y="864"/>
                          <a:pt x="291" y="947"/>
                          <a:pt x="281" y="1030"/>
                        </a:cubicBezTo>
                        <a:cubicBezTo>
                          <a:pt x="280" y="1034"/>
                          <a:pt x="280" y="1038"/>
                          <a:pt x="279" y="1042"/>
                        </a:cubicBezTo>
                        <a:cubicBezTo>
                          <a:pt x="279" y="1044"/>
                          <a:pt x="279" y="1046"/>
                          <a:pt x="279" y="1048"/>
                        </a:cubicBezTo>
                        <a:cubicBezTo>
                          <a:pt x="279" y="1048"/>
                          <a:pt x="279" y="1048"/>
                          <a:pt x="279" y="1048"/>
                        </a:cubicBezTo>
                        <a:cubicBezTo>
                          <a:pt x="278" y="1055"/>
                          <a:pt x="277" y="1062"/>
                          <a:pt x="276" y="1069"/>
                        </a:cubicBezTo>
                        <a:cubicBezTo>
                          <a:pt x="274" y="1082"/>
                          <a:pt x="272" y="1094"/>
                          <a:pt x="270" y="1107"/>
                        </a:cubicBezTo>
                        <a:cubicBezTo>
                          <a:pt x="268" y="1121"/>
                          <a:pt x="265" y="1134"/>
                          <a:pt x="263" y="1148"/>
                        </a:cubicBezTo>
                        <a:cubicBezTo>
                          <a:pt x="263" y="1148"/>
                          <a:pt x="263" y="1149"/>
                          <a:pt x="263" y="1150"/>
                        </a:cubicBezTo>
                        <a:cubicBezTo>
                          <a:pt x="261" y="1158"/>
                          <a:pt x="261" y="1166"/>
                          <a:pt x="266" y="1174"/>
                        </a:cubicBezTo>
                        <a:cubicBezTo>
                          <a:pt x="270" y="1180"/>
                          <a:pt x="277" y="1186"/>
                          <a:pt x="284" y="1188"/>
                        </a:cubicBezTo>
                        <a:cubicBezTo>
                          <a:pt x="300" y="1191"/>
                          <a:pt x="319" y="1183"/>
                          <a:pt x="323" y="1166"/>
                        </a:cubicBezTo>
                        <a:cubicBezTo>
                          <a:pt x="329" y="1132"/>
                          <a:pt x="334" y="1097"/>
                          <a:pt x="339" y="1063"/>
                        </a:cubicBezTo>
                        <a:cubicBezTo>
                          <a:pt x="350" y="981"/>
                          <a:pt x="358" y="899"/>
                          <a:pt x="361" y="816"/>
                        </a:cubicBezTo>
                        <a:cubicBezTo>
                          <a:pt x="364" y="724"/>
                          <a:pt x="362" y="631"/>
                          <a:pt x="345" y="540"/>
                        </a:cubicBezTo>
                        <a:cubicBezTo>
                          <a:pt x="343" y="529"/>
                          <a:pt x="341" y="518"/>
                          <a:pt x="339" y="507"/>
                        </a:cubicBezTo>
                        <a:cubicBezTo>
                          <a:pt x="339" y="508"/>
                          <a:pt x="340" y="509"/>
                          <a:pt x="341" y="510"/>
                        </a:cubicBezTo>
                        <a:cubicBezTo>
                          <a:pt x="361" y="533"/>
                          <a:pt x="386" y="553"/>
                          <a:pt x="415" y="567"/>
                        </a:cubicBezTo>
                        <a:cubicBezTo>
                          <a:pt x="438" y="579"/>
                          <a:pt x="462" y="586"/>
                          <a:pt x="488" y="589"/>
                        </a:cubicBezTo>
                        <a:cubicBezTo>
                          <a:pt x="506" y="591"/>
                          <a:pt x="523" y="590"/>
                          <a:pt x="541" y="587"/>
                        </a:cubicBezTo>
                        <a:cubicBezTo>
                          <a:pt x="548" y="586"/>
                          <a:pt x="555" y="584"/>
                          <a:pt x="562" y="582"/>
                        </a:cubicBezTo>
                        <a:cubicBezTo>
                          <a:pt x="562" y="582"/>
                          <a:pt x="562" y="582"/>
                          <a:pt x="562" y="582"/>
                        </a:cubicBezTo>
                        <a:cubicBezTo>
                          <a:pt x="568" y="579"/>
                          <a:pt x="573" y="576"/>
                          <a:pt x="576" y="571"/>
                        </a:cubicBezTo>
                        <a:cubicBezTo>
                          <a:pt x="579" y="566"/>
                          <a:pt x="580" y="559"/>
                          <a:pt x="578" y="553"/>
                        </a:cubicBezTo>
                        <a:close/>
                        <a:moveTo>
                          <a:pt x="361" y="462"/>
                        </a:moveTo>
                        <a:cubicBezTo>
                          <a:pt x="361" y="462"/>
                          <a:pt x="361" y="462"/>
                          <a:pt x="361" y="462"/>
                        </a:cubicBez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2" name="Google Shape;522;p26"/>
                  <p:cNvSpPr/>
                  <p:nvPr/>
                </p:nvSpPr>
                <p:spPr>
                  <a:xfrm>
                    <a:off x="2485040" y="2485901"/>
                    <a:ext cx="2528" cy="0"/>
                  </a:xfrm>
                  <a:custGeom>
                    <a:rect b="b" l="l" r="r" t="t"/>
                    <a:pathLst>
                      <a:path extrusionOk="0" h="120000" w="2">
                        <a:moveTo>
                          <a:pt x="1" y="0"/>
                        </a:move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1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FF5C96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3" name="Google Shape;523;p26"/>
                  <p:cNvSpPr/>
                  <p:nvPr/>
                </p:nvSpPr>
                <p:spPr>
                  <a:xfrm>
                    <a:off x="1777090" y="1503614"/>
                    <a:ext cx="257896" cy="214915"/>
                  </a:xfrm>
                  <a:custGeom>
                    <a:rect b="b" l="l" r="r" t="t"/>
                    <a:pathLst>
                      <a:path extrusionOk="0" h="139" w="167">
                        <a:moveTo>
                          <a:pt x="137" y="0"/>
                        </a:moveTo>
                        <a:cubicBezTo>
                          <a:pt x="127" y="0"/>
                          <a:pt x="117" y="1"/>
                          <a:pt x="107" y="4"/>
                        </a:cubicBezTo>
                        <a:cubicBezTo>
                          <a:pt x="87" y="9"/>
                          <a:pt x="68" y="19"/>
                          <a:pt x="52" y="32"/>
                        </a:cubicBezTo>
                        <a:cubicBezTo>
                          <a:pt x="44" y="38"/>
                          <a:pt x="37" y="46"/>
                          <a:pt x="30" y="54"/>
                        </a:cubicBezTo>
                        <a:cubicBezTo>
                          <a:pt x="24" y="62"/>
                          <a:pt x="19" y="71"/>
                          <a:pt x="14" y="80"/>
                        </a:cubicBezTo>
                        <a:cubicBezTo>
                          <a:pt x="5" y="98"/>
                          <a:pt x="0" y="118"/>
                          <a:pt x="2" y="139"/>
                        </a:cubicBezTo>
                        <a:cubicBezTo>
                          <a:pt x="18" y="125"/>
                          <a:pt x="30" y="112"/>
                          <a:pt x="43" y="100"/>
                        </a:cubicBezTo>
                        <a:cubicBezTo>
                          <a:pt x="55" y="88"/>
                          <a:pt x="67" y="76"/>
                          <a:pt x="80" y="66"/>
                        </a:cubicBezTo>
                        <a:cubicBezTo>
                          <a:pt x="93" y="55"/>
                          <a:pt x="106" y="45"/>
                          <a:pt x="121" y="35"/>
                        </a:cubicBezTo>
                        <a:cubicBezTo>
                          <a:pt x="135" y="26"/>
                          <a:pt x="150" y="16"/>
                          <a:pt x="167" y="5"/>
                        </a:cubicBezTo>
                        <a:cubicBezTo>
                          <a:pt x="158" y="1"/>
                          <a:pt x="147" y="0"/>
                          <a:pt x="137" y="0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4" name="Google Shape;524;p26"/>
                  <p:cNvSpPr/>
                  <p:nvPr/>
                </p:nvSpPr>
                <p:spPr>
                  <a:xfrm>
                    <a:off x="2708802" y="2396143"/>
                    <a:ext cx="294558" cy="768638"/>
                  </a:xfrm>
                  <a:custGeom>
                    <a:rect b="b" l="l" r="r" t="t"/>
                    <a:pathLst>
                      <a:path extrusionOk="0" h="497" w="191">
                        <a:moveTo>
                          <a:pt x="191" y="0"/>
                        </a:moveTo>
                        <a:cubicBezTo>
                          <a:pt x="191" y="0"/>
                          <a:pt x="69" y="34"/>
                          <a:pt x="34" y="199"/>
                        </a:cubicBezTo>
                        <a:cubicBezTo>
                          <a:pt x="0" y="365"/>
                          <a:pt x="7" y="497"/>
                          <a:pt x="7" y="497"/>
                        </a:cubicBezTo>
                        <a:cubicBezTo>
                          <a:pt x="25" y="497"/>
                          <a:pt x="25" y="497"/>
                          <a:pt x="25" y="497"/>
                        </a:cubicBezTo>
                        <a:cubicBezTo>
                          <a:pt x="25" y="497"/>
                          <a:pt x="9" y="205"/>
                          <a:pt x="182" y="107"/>
                        </a:cubicBezTo>
                        <a:lnTo>
                          <a:pt x="19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5" name="Google Shape;525;p26"/>
                  <p:cNvSpPr/>
                  <p:nvPr/>
                </p:nvSpPr>
                <p:spPr>
                  <a:xfrm>
                    <a:off x="2282769" y="2396143"/>
                    <a:ext cx="294558" cy="768638"/>
                  </a:xfrm>
                  <a:custGeom>
                    <a:rect b="b" l="l" r="r" t="t"/>
                    <a:pathLst>
                      <a:path extrusionOk="0" h="497" w="191">
                        <a:moveTo>
                          <a:pt x="0" y="0"/>
                        </a:moveTo>
                        <a:cubicBezTo>
                          <a:pt x="0" y="0"/>
                          <a:pt x="123" y="34"/>
                          <a:pt x="157" y="199"/>
                        </a:cubicBezTo>
                        <a:cubicBezTo>
                          <a:pt x="191" y="365"/>
                          <a:pt x="184" y="497"/>
                          <a:pt x="184" y="497"/>
                        </a:cubicBezTo>
                        <a:cubicBezTo>
                          <a:pt x="166" y="497"/>
                          <a:pt x="166" y="497"/>
                          <a:pt x="166" y="497"/>
                        </a:cubicBezTo>
                        <a:cubicBezTo>
                          <a:pt x="166" y="497"/>
                          <a:pt x="182" y="205"/>
                          <a:pt x="9" y="10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6" name="Google Shape;526;p26"/>
                  <p:cNvSpPr/>
                  <p:nvPr/>
                </p:nvSpPr>
                <p:spPr>
                  <a:xfrm>
                    <a:off x="1496438" y="1410063"/>
                    <a:ext cx="1075832" cy="1841947"/>
                  </a:xfrm>
                  <a:custGeom>
                    <a:rect b="b" l="l" r="r" t="t"/>
                    <a:pathLst>
                      <a:path extrusionOk="0" h="1192" w="697">
                        <a:moveTo>
                          <a:pt x="393" y="5"/>
                        </a:moveTo>
                        <a:cubicBezTo>
                          <a:pt x="468" y="0"/>
                          <a:pt x="603" y="53"/>
                          <a:pt x="633" y="181"/>
                        </a:cubicBezTo>
                        <a:cubicBezTo>
                          <a:pt x="663" y="305"/>
                          <a:pt x="604" y="387"/>
                          <a:pt x="538" y="473"/>
                        </a:cubicBezTo>
                        <a:cubicBezTo>
                          <a:pt x="472" y="560"/>
                          <a:pt x="522" y="659"/>
                          <a:pt x="565" y="724"/>
                        </a:cubicBezTo>
                        <a:cubicBezTo>
                          <a:pt x="608" y="788"/>
                          <a:pt x="697" y="1033"/>
                          <a:pt x="488" y="1113"/>
                        </a:cubicBezTo>
                        <a:cubicBezTo>
                          <a:pt x="279" y="1192"/>
                          <a:pt x="42" y="941"/>
                          <a:pt x="20" y="622"/>
                        </a:cubicBezTo>
                        <a:cubicBezTo>
                          <a:pt x="0" y="317"/>
                          <a:pt x="134" y="22"/>
                          <a:pt x="393" y="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7" name="Google Shape;527;p26"/>
                  <p:cNvSpPr/>
                  <p:nvPr/>
                </p:nvSpPr>
                <p:spPr>
                  <a:xfrm>
                    <a:off x="2338393" y="1930915"/>
                    <a:ext cx="120099" cy="194688"/>
                  </a:xfrm>
                  <a:custGeom>
                    <a:rect b="b" l="l" r="r" t="t"/>
                    <a:pathLst>
                      <a:path extrusionOk="0" h="126" w="78">
                        <a:moveTo>
                          <a:pt x="78" y="0"/>
                        </a:moveTo>
                        <a:cubicBezTo>
                          <a:pt x="60" y="45"/>
                          <a:pt x="31" y="85"/>
                          <a:pt x="0" y="126"/>
                        </a:cubicBezTo>
                        <a:cubicBezTo>
                          <a:pt x="5" y="107"/>
                          <a:pt x="14" y="89"/>
                          <a:pt x="28" y="70"/>
                        </a:cubicBezTo>
                        <a:cubicBezTo>
                          <a:pt x="45" y="47"/>
                          <a:pt x="63" y="24"/>
                          <a:pt x="78" y="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8" name="Google Shape;528;p26"/>
                  <p:cNvSpPr/>
                  <p:nvPr/>
                </p:nvSpPr>
                <p:spPr>
                  <a:xfrm>
                    <a:off x="1511609" y="1694508"/>
                    <a:ext cx="930450" cy="1557501"/>
                  </a:xfrm>
                  <a:custGeom>
                    <a:rect b="b" l="l" r="r" t="t"/>
                    <a:pathLst>
                      <a:path extrusionOk="0" h="1008" w="602">
                        <a:moveTo>
                          <a:pt x="104" y="0"/>
                        </a:moveTo>
                        <a:cubicBezTo>
                          <a:pt x="57" y="107"/>
                          <a:pt x="36" y="239"/>
                          <a:pt x="45" y="372"/>
                        </a:cubicBezTo>
                        <a:cubicBezTo>
                          <a:pt x="67" y="691"/>
                          <a:pt x="304" y="942"/>
                          <a:pt x="513" y="862"/>
                        </a:cubicBezTo>
                        <a:cubicBezTo>
                          <a:pt x="552" y="847"/>
                          <a:pt x="581" y="826"/>
                          <a:pt x="602" y="802"/>
                        </a:cubicBezTo>
                        <a:cubicBezTo>
                          <a:pt x="587" y="854"/>
                          <a:pt x="550" y="901"/>
                          <a:pt x="478" y="929"/>
                        </a:cubicBezTo>
                        <a:cubicBezTo>
                          <a:pt x="269" y="1008"/>
                          <a:pt x="32" y="757"/>
                          <a:pt x="10" y="438"/>
                        </a:cubicBezTo>
                        <a:cubicBezTo>
                          <a:pt x="0" y="276"/>
                          <a:pt x="32" y="117"/>
                          <a:pt x="10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26"/>
                  <p:cNvSpPr/>
                  <p:nvPr/>
                </p:nvSpPr>
                <p:spPr>
                  <a:xfrm>
                    <a:off x="2711331" y="1410063"/>
                    <a:ext cx="1075833" cy="1841947"/>
                  </a:xfrm>
                  <a:custGeom>
                    <a:rect b="b" l="l" r="r" t="t"/>
                    <a:pathLst>
                      <a:path extrusionOk="0" h="1192" w="696">
                        <a:moveTo>
                          <a:pt x="304" y="5"/>
                        </a:moveTo>
                        <a:cubicBezTo>
                          <a:pt x="229" y="0"/>
                          <a:pt x="94" y="53"/>
                          <a:pt x="63" y="181"/>
                        </a:cubicBezTo>
                        <a:cubicBezTo>
                          <a:pt x="34" y="305"/>
                          <a:pt x="93" y="387"/>
                          <a:pt x="159" y="473"/>
                        </a:cubicBezTo>
                        <a:cubicBezTo>
                          <a:pt x="224" y="560"/>
                          <a:pt x="174" y="659"/>
                          <a:pt x="131" y="724"/>
                        </a:cubicBezTo>
                        <a:cubicBezTo>
                          <a:pt x="88" y="788"/>
                          <a:pt x="0" y="1033"/>
                          <a:pt x="209" y="1113"/>
                        </a:cubicBezTo>
                        <a:cubicBezTo>
                          <a:pt x="417" y="1192"/>
                          <a:pt x="655" y="941"/>
                          <a:pt x="676" y="622"/>
                        </a:cubicBezTo>
                        <a:cubicBezTo>
                          <a:pt x="696" y="317"/>
                          <a:pt x="563" y="22"/>
                          <a:pt x="304" y="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0" name="Google Shape;530;p26"/>
                  <p:cNvSpPr/>
                  <p:nvPr/>
                </p:nvSpPr>
                <p:spPr>
                  <a:xfrm>
                    <a:off x="2826373" y="1930915"/>
                    <a:ext cx="118834" cy="194688"/>
                  </a:xfrm>
                  <a:custGeom>
                    <a:rect b="b" l="l" r="r" t="t"/>
                    <a:pathLst>
                      <a:path extrusionOk="0" h="126" w="77">
                        <a:moveTo>
                          <a:pt x="0" y="0"/>
                        </a:moveTo>
                        <a:cubicBezTo>
                          <a:pt x="17" y="45"/>
                          <a:pt x="46" y="85"/>
                          <a:pt x="77" y="126"/>
                        </a:cubicBezTo>
                        <a:cubicBezTo>
                          <a:pt x="72" y="107"/>
                          <a:pt x="64" y="89"/>
                          <a:pt x="50" y="70"/>
                        </a:cubicBezTo>
                        <a:cubicBezTo>
                          <a:pt x="32" y="47"/>
                          <a:pt x="15" y="2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" name="Google Shape;531;p26"/>
                  <p:cNvSpPr/>
                  <p:nvPr/>
                </p:nvSpPr>
                <p:spPr>
                  <a:xfrm>
                    <a:off x="2842807" y="1694508"/>
                    <a:ext cx="930450" cy="1557501"/>
                  </a:xfrm>
                  <a:custGeom>
                    <a:rect b="b" l="l" r="r" t="t"/>
                    <a:pathLst>
                      <a:path extrusionOk="0" h="1008" w="602">
                        <a:moveTo>
                          <a:pt x="497" y="0"/>
                        </a:moveTo>
                        <a:cubicBezTo>
                          <a:pt x="545" y="107"/>
                          <a:pt x="565" y="239"/>
                          <a:pt x="556" y="372"/>
                        </a:cubicBezTo>
                        <a:cubicBezTo>
                          <a:pt x="535" y="691"/>
                          <a:pt x="298" y="942"/>
                          <a:pt x="89" y="862"/>
                        </a:cubicBezTo>
                        <a:cubicBezTo>
                          <a:pt x="49" y="847"/>
                          <a:pt x="20" y="826"/>
                          <a:pt x="0" y="802"/>
                        </a:cubicBezTo>
                        <a:cubicBezTo>
                          <a:pt x="15" y="854"/>
                          <a:pt x="52" y="901"/>
                          <a:pt x="124" y="929"/>
                        </a:cubicBezTo>
                        <a:cubicBezTo>
                          <a:pt x="332" y="1008"/>
                          <a:pt x="570" y="757"/>
                          <a:pt x="591" y="438"/>
                        </a:cubicBezTo>
                        <a:cubicBezTo>
                          <a:pt x="602" y="276"/>
                          <a:pt x="569" y="117"/>
                          <a:pt x="497" y="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2" name="Google Shape;532;p26"/>
                <p:cNvGrpSpPr/>
                <p:nvPr/>
              </p:nvGrpSpPr>
              <p:grpSpPr>
                <a:xfrm rot="-530740">
                  <a:off x="2466197" y="753581"/>
                  <a:ext cx="506655" cy="1394049"/>
                  <a:chOff x="7147909" y="1409170"/>
                  <a:chExt cx="535833" cy="1474178"/>
                </a:xfrm>
              </p:grpSpPr>
              <p:sp>
                <p:nvSpPr>
                  <p:cNvPr id="533" name="Google Shape;533;p26"/>
                  <p:cNvSpPr/>
                  <p:nvPr/>
                </p:nvSpPr>
                <p:spPr>
                  <a:xfrm>
                    <a:off x="7236704" y="1409170"/>
                    <a:ext cx="401219" cy="399887"/>
                  </a:xfrm>
                  <a:custGeom>
                    <a:rect b="b" l="l" r="r" t="t"/>
                    <a:pathLst>
                      <a:path extrusionOk="0" h="245" w="246">
                        <a:moveTo>
                          <a:pt x="148" y="0"/>
                        </a:moveTo>
                        <a:cubicBezTo>
                          <a:pt x="106" y="0"/>
                          <a:pt x="62" y="26"/>
                          <a:pt x="36" y="71"/>
                        </a:cubicBezTo>
                        <a:cubicBezTo>
                          <a:pt x="0" y="133"/>
                          <a:pt x="13" y="207"/>
                          <a:pt x="65" y="237"/>
                        </a:cubicBezTo>
                        <a:cubicBezTo>
                          <a:pt x="74" y="243"/>
                          <a:pt x="83" y="245"/>
                          <a:pt x="90" y="245"/>
                        </a:cubicBezTo>
                        <a:cubicBezTo>
                          <a:pt x="122" y="245"/>
                          <a:pt x="136" y="196"/>
                          <a:pt x="165" y="146"/>
                        </a:cubicBezTo>
                        <a:cubicBezTo>
                          <a:pt x="201" y="84"/>
                          <a:pt x="246" y="42"/>
                          <a:pt x="195" y="12"/>
                        </a:cubicBezTo>
                        <a:cubicBezTo>
                          <a:pt x="180" y="4"/>
                          <a:pt x="164" y="0"/>
                          <a:pt x="148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" name="Google Shape;534;p26"/>
                  <p:cNvSpPr/>
                  <p:nvPr/>
                </p:nvSpPr>
                <p:spPr>
                  <a:xfrm>
                    <a:off x="7340048" y="2012950"/>
                    <a:ext cx="331906" cy="421213"/>
                  </a:xfrm>
                  <a:custGeom>
                    <a:rect b="b" l="l" r="r" t="t"/>
                    <a:pathLst>
                      <a:path extrusionOk="0" h="258" w="204">
                        <a:moveTo>
                          <a:pt x="96" y="0"/>
                        </a:moveTo>
                        <a:cubicBezTo>
                          <a:pt x="52" y="0"/>
                          <a:pt x="56" y="56"/>
                          <a:pt x="43" y="121"/>
                        </a:cubicBezTo>
                        <a:cubicBezTo>
                          <a:pt x="29" y="191"/>
                          <a:pt x="0" y="245"/>
                          <a:pt x="59" y="256"/>
                        </a:cubicBezTo>
                        <a:cubicBezTo>
                          <a:pt x="65" y="258"/>
                          <a:pt x="71" y="258"/>
                          <a:pt x="77" y="258"/>
                        </a:cubicBezTo>
                        <a:cubicBezTo>
                          <a:pt x="129" y="258"/>
                          <a:pt x="178" y="213"/>
                          <a:pt x="190" y="150"/>
                        </a:cubicBezTo>
                        <a:cubicBezTo>
                          <a:pt x="204" y="80"/>
                          <a:pt x="168" y="13"/>
                          <a:pt x="109" y="2"/>
                        </a:cubicBezTo>
                        <a:cubicBezTo>
                          <a:pt x="104" y="1"/>
                          <a:pt x="100" y="0"/>
                          <a:pt x="96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26"/>
                  <p:cNvSpPr/>
                  <p:nvPr/>
                </p:nvSpPr>
                <p:spPr>
                  <a:xfrm>
                    <a:off x="7147909" y="2596763"/>
                    <a:ext cx="173284" cy="286585"/>
                  </a:xfrm>
                  <a:custGeom>
                    <a:rect b="b" l="l" r="r" t="t"/>
                    <a:pathLst>
                      <a:path extrusionOk="0" h="176" w="106">
                        <a:moveTo>
                          <a:pt x="45" y="0"/>
                        </a:moveTo>
                        <a:cubicBezTo>
                          <a:pt x="44" y="0"/>
                          <a:pt x="42" y="1"/>
                          <a:pt x="40" y="1"/>
                        </a:cubicBezTo>
                        <a:cubicBezTo>
                          <a:pt x="13" y="7"/>
                          <a:pt x="0" y="51"/>
                          <a:pt x="10" y="99"/>
                        </a:cubicBezTo>
                        <a:cubicBezTo>
                          <a:pt x="20" y="143"/>
                          <a:pt x="47" y="176"/>
                          <a:pt x="73" y="176"/>
                        </a:cubicBezTo>
                        <a:cubicBezTo>
                          <a:pt x="75" y="176"/>
                          <a:pt x="77" y="175"/>
                          <a:pt x="79" y="175"/>
                        </a:cubicBezTo>
                        <a:cubicBezTo>
                          <a:pt x="106" y="169"/>
                          <a:pt x="89" y="132"/>
                          <a:pt x="78" y="84"/>
                        </a:cubicBezTo>
                        <a:cubicBezTo>
                          <a:pt x="68" y="39"/>
                          <a:pt x="67" y="0"/>
                          <a:pt x="45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" name="Google Shape;536;p26"/>
                  <p:cNvSpPr/>
                  <p:nvPr/>
                </p:nvSpPr>
                <p:spPr>
                  <a:xfrm>
                    <a:off x="7278583" y="2407894"/>
                    <a:ext cx="307912" cy="281254"/>
                  </a:xfrm>
                  <a:custGeom>
                    <a:rect b="b" l="l" r="r" t="t"/>
                    <a:pathLst>
                      <a:path extrusionOk="0" h="173" w="189">
                        <a:moveTo>
                          <a:pt x="189" y="170"/>
                        </a:moveTo>
                        <a:cubicBezTo>
                          <a:pt x="168" y="160"/>
                          <a:pt x="149" y="150"/>
                          <a:pt x="131" y="139"/>
                        </a:cubicBezTo>
                        <a:cubicBezTo>
                          <a:pt x="113" y="127"/>
                          <a:pt x="96" y="115"/>
                          <a:pt x="81" y="100"/>
                        </a:cubicBezTo>
                        <a:cubicBezTo>
                          <a:pt x="66" y="86"/>
                          <a:pt x="51" y="71"/>
                          <a:pt x="38" y="54"/>
                        </a:cubicBezTo>
                        <a:cubicBezTo>
                          <a:pt x="31" y="46"/>
                          <a:pt x="26" y="37"/>
                          <a:pt x="19" y="28"/>
                        </a:cubicBezTo>
                        <a:cubicBezTo>
                          <a:pt x="13" y="19"/>
                          <a:pt x="7" y="9"/>
                          <a:pt x="0" y="0"/>
                        </a:cubicBezTo>
                        <a:cubicBezTo>
                          <a:pt x="1" y="6"/>
                          <a:pt x="1" y="11"/>
                          <a:pt x="2" y="17"/>
                        </a:cubicBezTo>
                        <a:cubicBezTo>
                          <a:pt x="3" y="23"/>
                          <a:pt x="4" y="29"/>
                          <a:pt x="6" y="34"/>
                        </a:cubicBezTo>
                        <a:cubicBezTo>
                          <a:pt x="9" y="45"/>
                          <a:pt x="12" y="57"/>
                          <a:pt x="18" y="67"/>
                        </a:cubicBezTo>
                        <a:cubicBezTo>
                          <a:pt x="28" y="88"/>
                          <a:pt x="43" y="107"/>
                          <a:pt x="61" y="123"/>
                        </a:cubicBezTo>
                        <a:cubicBezTo>
                          <a:pt x="78" y="139"/>
                          <a:pt x="99" y="151"/>
                          <a:pt x="121" y="160"/>
                        </a:cubicBezTo>
                        <a:cubicBezTo>
                          <a:pt x="143" y="168"/>
                          <a:pt x="166" y="173"/>
                          <a:pt x="189" y="17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7" name="Google Shape;537;p26"/>
                  <p:cNvSpPr/>
                  <p:nvPr/>
                </p:nvSpPr>
                <p:spPr>
                  <a:xfrm>
                    <a:off x="7365165" y="1739997"/>
                    <a:ext cx="318576" cy="270590"/>
                  </a:xfrm>
                  <a:custGeom>
                    <a:rect b="b" l="l" r="r" t="t"/>
                    <a:pathLst>
                      <a:path extrusionOk="0" h="166" w="195">
                        <a:moveTo>
                          <a:pt x="195" y="3"/>
                        </a:moveTo>
                        <a:cubicBezTo>
                          <a:pt x="174" y="12"/>
                          <a:pt x="154" y="22"/>
                          <a:pt x="136" y="33"/>
                        </a:cubicBezTo>
                        <a:cubicBezTo>
                          <a:pt x="117" y="44"/>
                          <a:pt x="100" y="55"/>
                          <a:pt x="84" y="69"/>
                        </a:cubicBezTo>
                        <a:cubicBezTo>
                          <a:pt x="68" y="82"/>
                          <a:pt x="53" y="97"/>
                          <a:pt x="40" y="113"/>
                        </a:cubicBezTo>
                        <a:cubicBezTo>
                          <a:pt x="32" y="121"/>
                          <a:pt x="26" y="130"/>
                          <a:pt x="19" y="139"/>
                        </a:cubicBezTo>
                        <a:cubicBezTo>
                          <a:pt x="13" y="148"/>
                          <a:pt x="7" y="157"/>
                          <a:pt x="0" y="166"/>
                        </a:cubicBezTo>
                        <a:cubicBezTo>
                          <a:pt x="0" y="160"/>
                          <a:pt x="1" y="155"/>
                          <a:pt x="2" y="149"/>
                        </a:cubicBezTo>
                        <a:cubicBezTo>
                          <a:pt x="3" y="143"/>
                          <a:pt x="4" y="138"/>
                          <a:pt x="6" y="132"/>
                        </a:cubicBezTo>
                        <a:cubicBezTo>
                          <a:pt x="10" y="121"/>
                          <a:pt x="14" y="110"/>
                          <a:pt x="20" y="100"/>
                        </a:cubicBezTo>
                        <a:cubicBezTo>
                          <a:pt x="31" y="79"/>
                          <a:pt x="47" y="61"/>
                          <a:pt x="65" y="46"/>
                        </a:cubicBezTo>
                        <a:cubicBezTo>
                          <a:pt x="83" y="30"/>
                          <a:pt x="104" y="19"/>
                          <a:pt x="126" y="11"/>
                        </a:cubicBezTo>
                        <a:cubicBezTo>
                          <a:pt x="148" y="4"/>
                          <a:pt x="172" y="0"/>
                          <a:pt x="195" y="3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8" name="Google Shape;538;p26"/>
                <p:cNvGrpSpPr/>
                <p:nvPr/>
              </p:nvGrpSpPr>
              <p:grpSpPr>
                <a:xfrm rot="-10572244">
                  <a:off x="1414181" y="785458"/>
                  <a:ext cx="430335" cy="1404242"/>
                  <a:chOff x="7147909" y="1398437"/>
                  <a:chExt cx="455105" cy="1484911"/>
                </a:xfrm>
              </p:grpSpPr>
              <p:sp>
                <p:nvSpPr>
                  <p:cNvPr id="539" name="Google Shape;539;p26"/>
                  <p:cNvSpPr/>
                  <p:nvPr/>
                </p:nvSpPr>
                <p:spPr>
                  <a:xfrm>
                    <a:off x="7275769" y="1797001"/>
                    <a:ext cx="318576" cy="270590"/>
                  </a:xfrm>
                  <a:custGeom>
                    <a:rect b="b" l="l" r="r" t="t"/>
                    <a:pathLst>
                      <a:path extrusionOk="0" h="166" w="195">
                        <a:moveTo>
                          <a:pt x="195" y="3"/>
                        </a:moveTo>
                        <a:cubicBezTo>
                          <a:pt x="174" y="12"/>
                          <a:pt x="154" y="22"/>
                          <a:pt x="136" y="33"/>
                        </a:cubicBezTo>
                        <a:cubicBezTo>
                          <a:pt x="117" y="44"/>
                          <a:pt x="100" y="55"/>
                          <a:pt x="84" y="69"/>
                        </a:cubicBezTo>
                        <a:cubicBezTo>
                          <a:pt x="68" y="82"/>
                          <a:pt x="53" y="97"/>
                          <a:pt x="40" y="113"/>
                        </a:cubicBezTo>
                        <a:cubicBezTo>
                          <a:pt x="32" y="121"/>
                          <a:pt x="26" y="130"/>
                          <a:pt x="19" y="139"/>
                        </a:cubicBezTo>
                        <a:cubicBezTo>
                          <a:pt x="13" y="148"/>
                          <a:pt x="7" y="157"/>
                          <a:pt x="0" y="166"/>
                        </a:cubicBezTo>
                        <a:cubicBezTo>
                          <a:pt x="0" y="160"/>
                          <a:pt x="1" y="155"/>
                          <a:pt x="2" y="149"/>
                        </a:cubicBezTo>
                        <a:cubicBezTo>
                          <a:pt x="3" y="143"/>
                          <a:pt x="4" y="138"/>
                          <a:pt x="6" y="132"/>
                        </a:cubicBezTo>
                        <a:cubicBezTo>
                          <a:pt x="10" y="121"/>
                          <a:pt x="14" y="110"/>
                          <a:pt x="20" y="100"/>
                        </a:cubicBezTo>
                        <a:cubicBezTo>
                          <a:pt x="31" y="79"/>
                          <a:pt x="47" y="61"/>
                          <a:pt x="65" y="46"/>
                        </a:cubicBezTo>
                        <a:cubicBezTo>
                          <a:pt x="83" y="30"/>
                          <a:pt x="104" y="19"/>
                          <a:pt x="126" y="11"/>
                        </a:cubicBezTo>
                        <a:cubicBezTo>
                          <a:pt x="148" y="4"/>
                          <a:pt x="172" y="0"/>
                          <a:pt x="195" y="3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0" name="Google Shape;540;p26"/>
                  <p:cNvSpPr/>
                  <p:nvPr/>
                </p:nvSpPr>
                <p:spPr>
                  <a:xfrm>
                    <a:off x="7245218" y="2427467"/>
                    <a:ext cx="307912" cy="281254"/>
                  </a:xfrm>
                  <a:custGeom>
                    <a:rect b="b" l="l" r="r" t="t"/>
                    <a:pathLst>
                      <a:path extrusionOk="0" h="173" w="189">
                        <a:moveTo>
                          <a:pt x="189" y="170"/>
                        </a:moveTo>
                        <a:cubicBezTo>
                          <a:pt x="168" y="160"/>
                          <a:pt x="149" y="150"/>
                          <a:pt x="131" y="139"/>
                        </a:cubicBezTo>
                        <a:cubicBezTo>
                          <a:pt x="113" y="127"/>
                          <a:pt x="96" y="115"/>
                          <a:pt x="81" y="100"/>
                        </a:cubicBezTo>
                        <a:cubicBezTo>
                          <a:pt x="66" y="86"/>
                          <a:pt x="51" y="71"/>
                          <a:pt x="38" y="54"/>
                        </a:cubicBezTo>
                        <a:cubicBezTo>
                          <a:pt x="31" y="46"/>
                          <a:pt x="26" y="37"/>
                          <a:pt x="19" y="28"/>
                        </a:cubicBezTo>
                        <a:cubicBezTo>
                          <a:pt x="13" y="19"/>
                          <a:pt x="7" y="9"/>
                          <a:pt x="0" y="0"/>
                        </a:cubicBezTo>
                        <a:cubicBezTo>
                          <a:pt x="1" y="6"/>
                          <a:pt x="1" y="11"/>
                          <a:pt x="2" y="17"/>
                        </a:cubicBezTo>
                        <a:cubicBezTo>
                          <a:pt x="3" y="23"/>
                          <a:pt x="4" y="29"/>
                          <a:pt x="6" y="34"/>
                        </a:cubicBezTo>
                        <a:cubicBezTo>
                          <a:pt x="9" y="45"/>
                          <a:pt x="12" y="57"/>
                          <a:pt x="18" y="67"/>
                        </a:cubicBezTo>
                        <a:cubicBezTo>
                          <a:pt x="28" y="88"/>
                          <a:pt x="43" y="107"/>
                          <a:pt x="61" y="123"/>
                        </a:cubicBezTo>
                        <a:cubicBezTo>
                          <a:pt x="78" y="139"/>
                          <a:pt x="99" y="151"/>
                          <a:pt x="121" y="160"/>
                        </a:cubicBezTo>
                        <a:cubicBezTo>
                          <a:pt x="143" y="168"/>
                          <a:pt x="166" y="173"/>
                          <a:pt x="189" y="170"/>
                        </a:cubicBezTo>
                        <a:close/>
                      </a:path>
                    </a:pathLst>
                  </a:custGeom>
                  <a:solidFill>
                    <a:srgbClr val="753563">
                      <a:alpha val="30379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1" name="Google Shape;541;p26"/>
                  <p:cNvSpPr/>
                  <p:nvPr/>
                </p:nvSpPr>
                <p:spPr>
                  <a:xfrm>
                    <a:off x="7167903" y="1398437"/>
                    <a:ext cx="401219" cy="399887"/>
                  </a:xfrm>
                  <a:custGeom>
                    <a:rect b="b" l="l" r="r" t="t"/>
                    <a:pathLst>
                      <a:path extrusionOk="0" h="245" w="246">
                        <a:moveTo>
                          <a:pt x="148" y="0"/>
                        </a:moveTo>
                        <a:cubicBezTo>
                          <a:pt x="106" y="0"/>
                          <a:pt x="62" y="26"/>
                          <a:pt x="36" y="71"/>
                        </a:cubicBezTo>
                        <a:cubicBezTo>
                          <a:pt x="0" y="133"/>
                          <a:pt x="13" y="207"/>
                          <a:pt x="65" y="237"/>
                        </a:cubicBezTo>
                        <a:cubicBezTo>
                          <a:pt x="74" y="243"/>
                          <a:pt x="83" y="245"/>
                          <a:pt x="90" y="245"/>
                        </a:cubicBezTo>
                        <a:cubicBezTo>
                          <a:pt x="122" y="245"/>
                          <a:pt x="136" y="196"/>
                          <a:pt x="165" y="146"/>
                        </a:cubicBezTo>
                        <a:cubicBezTo>
                          <a:pt x="201" y="84"/>
                          <a:pt x="246" y="42"/>
                          <a:pt x="195" y="12"/>
                        </a:cubicBezTo>
                        <a:cubicBezTo>
                          <a:pt x="180" y="4"/>
                          <a:pt x="164" y="0"/>
                          <a:pt x="148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" name="Google Shape;542;p26"/>
                  <p:cNvSpPr/>
                  <p:nvPr/>
                </p:nvSpPr>
                <p:spPr>
                  <a:xfrm>
                    <a:off x="7271107" y="2016144"/>
                    <a:ext cx="331906" cy="421213"/>
                  </a:xfrm>
                  <a:custGeom>
                    <a:rect b="b" l="l" r="r" t="t"/>
                    <a:pathLst>
                      <a:path extrusionOk="0" h="258" w="204">
                        <a:moveTo>
                          <a:pt x="96" y="0"/>
                        </a:moveTo>
                        <a:cubicBezTo>
                          <a:pt x="52" y="0"/>
                          <a:pt x="56" y="56"/>
                          <a:pt x="43" y="121"/>
                        </a:cubicBezTo>
                        <a:cubicBezTo>
                          <a:pt x="29" y="191"/>
                          <a:pt x="0" y="245"/>
                          <a:pt x="59" y="256"/>
                        </a:cubicBezTo>
                        <a:cubicBezTo>
                          <a:pt x="65" y="258"/>
                          <a:pt x="71" y="258"/>
                          <a:pt x="77" y="258"/>
                        </a:cubicBezTo>
                        <a:cubicBezTo>
                          <a:pt x="129" y="258"/>
                          <a:pt x="178" y="213"/>
                          <a:pt x="190" y="150"/>
                        </a:cubicBezTo>
                        <a:cubicBezTo>
                          <a:pt x="204" y="80"/>
                          <a:pt x="168" y="13"/>
                          <a:pt x="109" y="2"/>
                        </a:cubicBezTo>
                        <a:cubicBezTo>
                          <a:pt x="104" y="1"/>
                          <a:pt x="100" y="0"/>
                          <a:pt x="96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3" name="Google Shape;543;p26"/>
                  <p:cNvSpPr/>
                  <p:nvPr/>
                </p:nvSpPr>
                <p:spPr>
                  <a:xfrm>
                    <a:off x="7147909" y="2596763"/>
                    <a:ext cx="173284" cy="286585"/>
                  </a:xfrm>
                  <a:custGeom>
                    <a:rect b="b" l="l" r="r" t="t"/>
                    <a:pathLst>
                      <a:path extrusionOk="0" h="176" w="106">
                        <a:moveTo>
                          <a:pt x="45" y="0"/>
                        </a:moveTo>
                        <a:cubicBezTo>
                          <a:pt x="44" y="0"/>
                          <a:pt x="42" y="1"/>
                          <a:pt x="40" y="1"/>
                        </a:cubicBezTo>
                        <a:cubicBezTo>
                          <a:pt x="13" y="7"/>
                          <a:pt x="0" y="51"/>
                          <a:pt x="10" y="99"/>
                        </a:cubicBezTo>
                        <a:cubicBezTo>
                          <a:pt x="20" y="143"/>
                          <a:pt x="47" y="176"/>
                          <a:pt x="73" y="176"/>
                        </a:cubicBezTo>
                        <a:cubicBezTo>
                          <a:pt x="75" y="176"/>
                          <a:pt x="77" y="175"/>
                          <a:pt x="79" y="175"/>
                        </a:cubicBezTo>
                        <a:cubicBezTo>
                          <a:pt x="106" y="169"/>
                          <a:pt x="89" y="132"/>
                          <a:pt x="78" y="84"/>
                        </a:cubicBezTo>
                        <a:cubicBezTo>
                          <a:pt x="68" y="39"/>
                          <a:pt x="67" y="0"/>
                          <a:pt x="45" y="0"/>
                        </a:cubicBezTo>
                      </a:path>
                    </a:pathLst>
                  </a:custGeom>
                  <a:solidFill>
                    <a:srgbClr val="FDF1F7">
                      <a:alpha val="25950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4" name="Google Shape;544;p26"/>
                <p:cNvGrpSpPr/>
                <p:nvPr/>
              </p:nvGrpSpPr>
              <p:grpSpPr>
                <a:xfrm>
                  <a:off x="897729" y="962210"/>
                  <a:ext cx="503047" cy="771966"/>
                  <a:chOff x="897729" y="962210"/>
                  <a:chExt cx="503047" cy="771966"/>
                </a:xfrm>
              </p:grpSpPr>
              <p:sp>
                <p:nvSpPr>
                  <p:cNvPr id="545" name="Google Shape;545;p26"/>
                  <p:cNvSpPr/>
                  <p:nvPr/>
                </p:nvSpPr>
                <p:spPr>
                  <a:xfrm rot="371726">
                    <a:off x="936422" y="979770"/>
                    <a:ext cx="365304" cy="736846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6" name="Google Shape;546;p26"/>
                  <p:cNvSpPr/>
                  <p:nvPr/>
                </p:nvSpPr>
                <p:spPr>
                  <a:xfrm rot="355969">
                    <a:off x="1013006" y="1007742"/>
                    <a:ext cx="352014" cy="710143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47" name="Google Shape;547;p26"/>
                <p:cNvSpPr/>
                <p:nvPr/>
              </p:nvSpPr>
              <p:spPr>
                <a:xfrm rot="8410098">
                  <a:off x="1138000" y="1417908"/>
                  <a:ext cx="85503" cy="206267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8" name="Google Shape;548;p26"/>
            <p:cNvGrpSpPr/>
            <p:nvPr/>
          </p:nvGrpSpPr>
          <p:grpSpPr>
            <a:xfrm>
              <a:off x="7378920" y="2976036"/>
              <a:ext cx="524097" cy="1283613"/>
              <a:chOff x="8227295" y="2910461"/>
              <a:chExt cx="524097" cy="1283613"/>
            </a:xfrm>
          </p:grpSpPr>
          <p:sp>
            <p:nvSpPr>
              <p:cNvPr id="549" name="Google Shape;549;p26"/>
              <p:cNvSpPr/>
              <p:nvPr/>
            </p:nvSpPr>
            <p:spPr>
              <a:xfrm>
                <a:off x="8227295" y="3068881"/>
                <a:ext cx="522996" cy="1125193"/>
              </a:xfrm>
              <a:custGeom>
                <a:rect b="b" l="l" r="r" t="t"/>
                <a:pathLst>
                  <a:path extrusionOk="0" h="635" w="295">
                    <a:moveTo>
                      <a:pt x="295" y="595"/>
                    </a:moveTo>
                    <a:cubicBezTo>
                      <a:pt x="295" y="617"/>
                      <a:pt x="277" y="635"/>
                      <a:pt x="255" y="635"/>
                    </a:cubicBezTo>
                    <a:cubicBezTo>
                      <a:pt x="40" y="635"/>
                      <a:pt x="40" y="635"/>
                      <a:pt x="40" y="635"/>
                    </a:cubicBezTo>
                    <a:cubicBezTo>
                      <a:pt x="18" y="635"/>
                      <a:pt x="0" y="617"/>
                      <a:pt x="0" y="59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255" y="0"/>
                      <a:pt x="255" y="0"/>
                      <a:pt x="255" y="0"/>
                    </a:cubicBezTo>
                    <a:cubicBezTo>
                      <a:pt x="277" y="0"/>
                      <a:pt x="295" y="18"/>
                      <a:pt x="295" y="40"/>
                    </a:cubicBezTo>
                    <a:cubicBezTo>
                      <a:pt x="295" y="595"/>
                      <a:pt x="295" y="595"/>
                      <a:pt x="295" y="59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26"/>
              <p:cNvSpPr/>
              <p:nvPr/>
            </p:nvSpPr>
            <p:spPr>
              <a:xfrm>
                <a:off x="8369359" y="3307749"/>
                <a:ext cx="380700" cy="553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6"/>
              <p:cNvSpPr/>
              <p:nvPr/>
            </p:nvSpPr>
            <p:spPr>
              <a:xfrm>
                <a:off x="8369359" y="3307749"/>
                <a:ext cx="380700" cy="553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6"/>
              <p:cNvSpPr/>
              <p:nvPr/>
            </p:nvSpPr>
            <p:spPr>
              <a:xfrm>
                <a:off x="8471192" y="3633364"/>
                <a:ext cx="280200" cy="26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6"/>
              <p:cNvSpPr/>
              <p:nvPr/>
            </p:nvSpPr>
            <p:spPr>
              <a:xfrm>
                <a:off x="8471192" y="3713824"/>
                <a:ext cx="280200" cy="24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6"/>
              <p:cNvSpPr/>
              <p:nvPr/>
            </p:nvSpPr>
            <p:spPr>
              <a:xfrm>
                <a:off x="8540338" y="3415868"/>
                <a:ext cx="158407" cy="157150"/>
              </a:xfrm>
              <a:custGeom>
                <a:rect b="b" l="l" r="r" t="t"/>
                <a:pathLst>
                  <a:path extrusionOk="0" h="125" w="126">
                    <a:moveTo>
                      <a:pt x="126" y="44"/>
                    </a:moveTo>
                    <a:lnTo>
                      <a:pt x="82" y="44"/>
                    </a:lnTo>
                    <a:lnTo>
                      <a:pt x="82" y="0"/>
                    </a:lnTo>
                    <a:lnTo>
                      <a:pt x="44" y="0"/>
                    </a:lnTo>
                    <a:lnTo>
                      <a:pt x="44" y="44"/>
                    </a:lnTo>
                    <a:lnTo>
                      <a:pt x="0" y="44"/>
                    </a:lnTo>
                    <a:lnTo>
                      <a:pt x="0" y="82"/>
                    </a:lnTo>
                    <a:lnTo>
                      <a:pt x="44" y="82"/>
                    </a:lnTo>
                    <a:lnTo>
                      <a:pt x="44" y="125"/>
                    </a:lnTo>
                    <a:lnTo>
                      <a:pt x="82" y="125"/>
                    </a:lnTo>
                    <a:lnTo>
                      <a:pt x="82" y="82"/>
                    </a:lnTo>
                    <a:lnTo>
                      <a:pt x="126" y="82"/>
                    </a:lnTo>
                    <a:lnTo>
                      <a:pt x="126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6"/>
              <p:cNvSpPr/>
              <p:nvPr/>
            </p:nvSpPr>
            <p:spPr>
              <a:xfrm>
                <a:off x="8540338" y="3415868"/>
                <a:ext cx="158407" cy="157150"/>
              </a:xfrm>
              <a:custGeom>
                <a:rect b="b" l="l" r="r" t="t"/>
                <a:pathLst>
                  <a:path extrusionOk="0" h="125" w="126">
                    <a:moveTo>
                      <a:pt x="126" y="44"/>
                    </a:moveTo>
                    <a:lnTo>
                      <a:pt x="82" y="44"/>
                    </a:lnTo>
                    <a:lnTo>
                      <a:pt x="82" y="0"/>
                    </a:lnTo>
                    <a:lnTo>
                      <a:pt x="44" y="0"/>
                    </a:lnTo>
                    <a:lnTo>
                      <a:pt x="44" y="44"/>
                    </a:lnTo>
                    <a:lnTo>
                      <a:pt x="0" y="44"/>
                    </a:lnTo>
                    <a:lnTo>
                      <a:pt x="0" y="82"/>
                    </a:lnTo>
                    <a:lnTo>
                      <a:pt x="44" y="82"/>
                    </a:lnTo>
                    <a:lnTo>
                      <a:pt x="44" y="125"/>
                    </a:lnTo>
                    <a:lnTo>
                      <a:pt x="82" y="125"/>
                    </a:lnTo>
                    <a:lnTo>
                      <a:pt x="82" y="82"/>
                    </a:lnTo>
                    <a:lnTo>
                      <a:pt x="126" y="82"/>
                    </a:lnTo>
                    <a:lnTo>
                      <a:pt x="126" y="44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6"/>
              <p:cNvSpPr/>
              <p:nvPr/>
            </p:nvSpPr>
            <p:spPr>
              <a:xfrm>
                <a:off x="8505136" y="3068881"/>
                <a:ext cx="245154" cy="1125193"/>
              </a:xfrm>
              <a:custGeom>
                <a:rect b="b" l="l" r="r" t="t"/>
                <a:pathLst>
                  <a:path extrusionOk="0" h="635" w="138">
                    <a:moveTo>
                      <a:pt x="138" y="447"/>
                    </a:moveTo>
                    <a:cubicBezTo>
                      <a:pt x="40" y="447"/>
                      <a:pt x="40" y="447"/>
                      <a:pt x="40" y="447"/>
                    </a:cubicBezTo>
                    <a:cubicBezTo>
                      <a:pt x="40" y="595"/>
                      <a:pt x="40" y="595"/>
                      <a:pt x="40" y="595"/>
                    </a:cubicBezTo>
                    <a:cubicBezTo>
                      <a:pt x="40" y="617"/>
                      <a:pt x="22" y="635"/>
                      <a:pt x="0" y="635"/>
                    </a:cubicBezTo>
                    <a:cubicBezTo>
                      <a:pt x="98" y="635"/>
                      <a:pt x="98" y="635"/>
                      <a:pt x="98" y="635"/>
                    </a:cubicBezTo>
                    <a:cubicBezTo>
                      <a:pt x="120" y="635"/>
                      <a:pt x="138" y="617"/>
                      <a:pt x="138" y="595"/>
                    </a:cubicBezTo>
                    <a:cubicBezTo>
                      <a:pt x="138" y="447"/>
                      <a:pt x="138" y="447"/>
                      <a:pt x="138" y="447"/>
                    </a:cubicBezTo>
                    <a:moveTo>
                      <a:pt x="9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2" y="0"/>
                      <a:pt x="40" y="18"/>
                      <a:pt x="40" y="40"/>
                    </a:cubicBezTo>
                    <a:cubicBezTo>
                      <a:pt x="40" y="135"/>
                      <a:pt x="40" y="135"/>
                      <a:pt x="40" y="135"/>
                    </a:cubicBezTo>
                    <a:cubicBezTo>
                      <a:pt x="138" y="135"/>
                      <a:pt x="138" y="135"/>
                      <a:pt x="138" y="135"/>
                    </a:cubicBezTo>
                    <a:cubicBezTo>
                      <a:pt x="138" y="40"/>
                      <a:pt x="138" y="40"/>
                      <a:pt x="138" y="40"/>
                    </a:cubicBezTo>
                    <a:cubicBezTo>
                      <a:pt x="138" y="18"/>
                      <a:pt x="120" y="0"/>
                      <a:pt x="98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6"/>
              <p:cNvSpPr/>
              <p:nvPr/>
            </p:nvSpPr>
            <p:spPr>
              <a:xfrm>
                <a:off x="8575539" y="3307749"/>
                <a:ext cx="174751" cy="553168"/>
              </a:xfrm>
              <a:custGeom>
                <a:rect b="b" l="l" r="r" t="t"/>
                <a:pathLst>
                  <a:path extrusionOk="0" h="440" w="139">
                    <a:moveTo>
                      <a:pt x="139" y="342"/>
                    </a:moveTo>
                    <a:lnTo>
                      <a:pt x="0" y="342"/>
                    </a:lnTo>
                    <a:lnTo>
                      <a:pt x="0" y="440"/>
                    </a:lnTo>
                    <a:lnTo>
                      <a:pt x="139" y="440"/>
                    </a:lnTo>
                    <a:lnTo>
                      <a:pt x="139" y="342"/>
                    </a:lnTo>
                    <a:close/>
                    <a:moveTo>
                      <a:pt x="139" y="280"/>
                    </a:moveTo>
                    <a:lnTo>
                      <a:pt x="0" y="280"/>
                    </a:lnTo>
                    <a:lnTo>
                      <a:pt x="0" y="323"/>
                    </a:lnTo>
                    <a:lnTo>
                      <a:pt x="139" y="323"/>
                    </a:lnTo>
                    <a:lnTo>
                      <a:pt x="139" y="280"/>
                    </a:lnTo>
                    <a:close/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30"/>
                    </a:lnTo>
                    <a:lnTo>
                      <a:pt x="16" y="130"/>
                    </a:lnTo>
                    <a:lnTo>
                      <a:pt x="16" y="86"/>
                    </a:lnTo>
                    <a:lnTo>
                      <a:pt x="54" y="86"/>
                    </a:lnTo>
                    <a:lnTo>
                      <a:pt x="54" y="130"/>
                    </a:lnTo>
                    <a:lnTo>
                      <a:pt x="98" y="130"/>
                    </a:lnTo>
                    <a:lnTo>
                      <a:pt x="98" y="168"/>
                    </a:lnTo>
                    <a:lnTo>
                      <a:pt x="54" y="168"/>
                    </a:lnTo>
                    <a:lnTo>
                      <a:pt x="54" y="211"/>
                    </a:lnTo>
                    <a:lnTo>
                      <a:pt x="16" y="211"/>
                    </a:lnTo>
                    <a:lnTo>
                      <a:pt x="16" y="168"/>
                    </a:lnTo>
                    <a:lnTo>
                      <a:pt x="0" y="168"/>
                    </a:lnTo>
                    <a:lnTo>
                      <a:pt x="0" y="259"/>
                    </a:lnTo>
                    <a:lnTo>
                      <a:pt x="139" y="259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6"/>
              <p:cNvSpPr/>
              <p:nvPr/>
            </p:nvSpPr>
            <p:spPr>
              <a:xfrm>
                <a:off x="8575539" y="3307749"/>
                <a:ext cx="174751" cy="553168"/>
              </a:xfrm>
              <a:custGeom>
                <a:rect b="b" l="l" r="r" t="t"/>
                <a:pathLst>
                  <a:path extrusionOk="0" h="440" w="139">
                    <a:moveTo>
                      <a:pt x="139" y="342"/>
                    </a:moveTo>
                    <a:lnTo>
                      <a:pt x="0" y="342"/>
                    </a:lnTo>
                    <a:lnTo>
                      <a:pt x="0" y="440"/>
                    </a:lnTo>
                    <a:lnTo>
                      <a:pt x="139" y="440"/>
                    </a:lnTo>
                    <a:lnTo>
                      <a:pt x="139" y="342"/>
                    </a:lnTo>
                    <a:moveTo>
                      <a:pt x="139" y="280"/>
                    </a:moveTo>
                    <a:lnTo>
                      <a:pt x="0" y="280"/>
                    </a:lnTo>
                    <a:lnTo>
                      <a:pt x="0" y="323"/>
                    </a:lnTo>
                    <a:lnTo>
                      <a:pt x="139" y="323"/>
                    </a:lnTo>
                    <a:lnTo>
                      <a:pt x="139" y="280"/>
                    </a:lnTo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30"/>
                    </a:lnTo>
                    <a:lnTo>
                      <a:pt x="16" y="130"/>
                    </a:lnTo>
                    <a:lnTo>
                      <a:pt x="16" y="86"/>
                    </a:lnTo>
                    <a:lnTo>
                      <a:pt x="54" y="86"/>
                    </a:lnTo>
                    <a:lnTo>
                      <a:pt x="54" y="130"/>
                    </a:lnTo>
                    <a:lnTo>
                      <a:pt x="98" y="130"/>
                    </a:lnTo>
                    <a:lnTo>
                      <a:pt x="98" y="168"/>
                    </a:lnTo>
                    <a:lnTo>
                      <a:pt x="54" y="168"/>
                    </a:lnTo>
                    <a:lnTo>
                      <a:pt x="54" y="211"/>
                    </a:lnTo>
                    <a:lnTo>
                      <a:pt x="16" y="211"/>
                    </a:lnTo>
                    <a:lnTo>
                      <a:pt x="16" y="168"/>
                    </a:lnTo>
                    <a:lnTo>
                      <a:pt x="0" y="168"/>
                    </a:lnTo>
                    <a:lnTo>
                      <a:pt x="0" y="259"/>
                    </a:lnTo>
                    <a:lnTo>
                      <a:pt x="139" y="259"/>
                    </a:lnTo>
                    <a:lnTo>
                      <a:pt x="13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6"/>
              <p:cNvSpPr/>
              <p:nvPr/>
            </p:nvSpPr>
            <p:spPr>
              <a:xfrm>
                <a:off x="8575539" y="3633364"/>
                <a:ext cx="174751" cy="26402"/>
              </a:xfrm>
              <a:custGeom>
                <a:rect b="b" l="l" r="r" t="t"/>
                <a:pathLst>
                  <a:path extrusionOk="0" h="21" w="139"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21"/>
                    </a:lnTo>
                    <a:lnTo>
                      <a:pt x="139" y="21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BBC4C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6"/>
              <p:cNvSpPr/>
              <p:nvPr/>
            </p:nvSpPr>
            <p:spPr>
              <a:xfrm>
                <a:off x="8575539" y="3633364"/>
                <a:ext cx="174751" cy="26402"/>
              </a:xfrm>
              <a:custGeom>
                <a:rect b="b" l="l" r="r" t="t"/>
                <a:pathLst>
                  <a:path extrusionOk="0" h="21" w="139"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21"/>
                    </a:lnTo>
                    <a:lnTo>
                      <a:pt x="139" y="21"/>
                    </a:lnTo>
                    <a:lnTo>
                      <a:pt x="139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6"/>
              <p:cNvSpPr/>
              <p:nvPr/>
            </p:nvSpPr>
            <p:spPr>
              <a:xfrm>
                <a:off x="8575539" y="3713824"/>
                <a:ext cx="174751" cy="23887"/>
              </a:xfrm>
              <a:custGeom>
                <a:rect b="b" l="l" r="r" t="t"/>
                <a:pathLst>
                  <a:path extrusionOk="0" h="19" w="139"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9"/>
                    </a:lnTo>
                    <a:lnTo>
                      <a:pt x="139" y="19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BBC4C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6"/>
              <p:cNvSpPr/>
              <p:nvPr/>
            </p:nvSpPr>
            <p:spPr>
              <a:xfrm>
                <a:off x="8575539" y="3713824"/>
                <a:ext cx="174751" cy="23887"/>
              </a:xfrm>
              <a:custGeom>
                <a:rect b="b" l="l" r="r" t="t"/>
                <a:pathLst>
                  <a:path extrusionOk="0" h="19" w="139">
                    <a:moveTo>
                      <a:pt x="139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9"/>
                    </a:lnTo>
                    <a:lnTo>
                      <a:pt x="139" y="19"/>
                    </a:lnTo>
                    <a:lnTo>
                      <a:pt x="139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6"/>
              <p:cNvSpPr/>
              <p:nvPr/>
            </p:nvSpPr>
            <p:spPr>
              <a:xfrm>
                <a:off x="8575522" y="3415853"/>
                <a:ext cx="123206" cy="157150"/>
              </a:xfrm>
              <a:custGeom>
                <a:rect b="b" l="l" r="r" t="t"/>
                <a:pathLst>
                  <a:path extrusionOk="0" h="125" w="98">
                    <a:moveTo>
                      <a:pt x="54" y="0"/>
                    </a:moveTo>
                    <a:lnTo>
                      <a:pt x="16" y="0"/>
                    </a:lnTo>
                    <a:lnTo>
                      <a:pt x="16" y="44"/>
                    </a:lnTo>
                    <a:lnTo>
                      <a:pt x="0" y="44"/>
                    </a:lnTo>
                    <a:lnTo>
                      <a:pt x="0" y="82"/>
                    </a:lnTo>
                    <a:lnTo>
                      <a:pt x="16" y="82"/>
                    </a:lnTo>
                    <a:lnTo>
                      <a:pt x="16" y="125"/>
                    </a:lnTo>
                    <a:lnTo>
                      <a:pt x="54" y="125"/>
                    </a:lnTo>
                    <a:lnTo>
                      <a:pt x="54" y="82"/>
                    </a:lnTo>
                    <a:lnTo>
                      <a:pt x="98" y="82"/>
                    </a:lnTo>
                    <a:lnTo>
                      <a:pt x="98" y="44"/>
                    </a:lnTo>
                    <a:lnTo>
                      <a:pt x="54" y="44"/>
                    </a:lnTo>
                    <a:lnTo>
                      <a:pt x="5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6"/>
              <p:cNvSpPr/>
              <p:nvPr/>
            </p:nvSpPr>
            <p:spPr>
              <a:xfrm>
                <a:off x="8287624" y="3138014"/>
                <a:ext cx="55317" cy="944154"/>
              </a:xfrm>
              <a:custGeom>
                <a:rect b="b" l="l" r="r" t="t"/>
                <a:pathLst>
                  <a:path extrusionOk="0" h="533" w="31">
                    <a:moveTo>
                      <a:pt x="16" y="0"/>
                    </a:moveTo>
                    <a:cubicBezTo>
                      <a:pt x="8" y="0"/>
                      <a:pt x="0" y="4"/>
                      <a:pt x="0" y="14"/>
                    </a:cubicBezTo>
                    <a:cubicBezTo>
                      <a:pt x="0" y="71"/>
                      <a:pt x="0" y="128"/>
                      <a:pt x="0" y="184"/>
                    </a:cubicBezTo>
                    <a:cubicBezTo>
                      <a:pt x="0" y="275"/>
                      <a:pt x="0" y="365"/>
                      <a:pt x="0" y="456"/>
                    </a:cubicBezTo>
                    <a:cubicBezTo>
                      <a:pt x="0" y="477"/>
                      <a:pt x="0" y="497"/>
                      <a:pt x="0" y="518"/>
                    </a:cubicBezTo>
                    <a:cubicBezTo>
                      <a:pt x="0" y="528"/>
                      <a:pt x="8" y="533"/>
                      <a:pt x="16" y="533"/>
                    </a:cubicBezTo>
                    <a:cubicBezTo>
                      <a:pt x="23" y="533"/>
                      <a:pt x="31" y="528"/>
                      <a:pt x="31" y="518"/>
                    </a:cubicBezTo>
                    <a:cubicBezTo>
                      <a:pt x="31" y="462"/>
                      <a:pt x="31" y="405"/>
                      <a:pt x="31" y="348"/>
                    </a:cubicBezTo>
                    <a:cubicBezTo>
                      <a:pt x="31" y="258"/>
                      <a:pt x="31" y="167"/>
                      <a:pt x="31" y="77"/>
                    </a:cubicBezTo>
                    <a:cubicBezTo>
                      <a:pt x="31" y="56"/>
                      <a:pt x="31" y="35"/>
                      <a:pt x="31" y="14"/>
                    </a:cubicBezTo>
                    <a:cubicBezTo>
                      <a:pt x="31" y="4"/>
                      <a:pt x="23" y="0"/>
                      <a:pt x="16" y="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6"/>
              <p:cNvSpPr/>
              <p:nvPr/>
            </p:nvSpPr>
            <p:spPr>
              <a:xfrm>
                <a:off x="8300196" y="2910461"/>
                <a:ext cx="377160" cy="158407"/>
              </a:xfrm>
              <a:custGeom>
                <a:rect b="b" l="l" r="r" t="t"/>
                <a:pathLst>
                  <a:path extrusionOk="0" h="89" w="213">
                    <a:moveTo>
                      <a:pt x="213" y="76"/>
                    </a:moveTo>
                    <a:cubicBezTo>
                      <a:pt x="213" y="83"/>
                      <a:pt x="207" y="89"/>
                      <a:pt x="200" y="89"/>
                    </a:cubicBezTo>
                    <a:cubicBezTo>
                      <a:pt x="14" y="89"/>
                      <a:pt x="14" y="89"/>
                      <a:pt x="14" y="89"/>
                    </a:cubicBezTo>
                    <a:cubicBezTo>
                      <a:pt x="6" y="89"/>
                      <a:pt x="0" y="83"/>
                      <a:pt x="0" y="76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7" y="0"/>
                      <a:pt x="213" y="6"/>
                      <a:pt x="213" y="14"/>
                    </a:cubicBezTo>
                    <a:lnTo>
                      <a:pt x="213" y="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6"/>
              <p:cNvSpPr/>
              <p:nvPr/>
            </p:nvSpPr>
            <p:spPr>
              <a:xfrm>
                <a:off x="8360541" y="2930576"/>
                <a:ext cx="18858" cy="119434"/>
              </a:xfrm>
              <a:custGeom>
                <a:rect b="b" l="l" r="r" t="t"/>
                <a:pathLst>
                  <a:path extrusionOk="0" h="68" w="11">
                    <a:moveTo>
                      <a:pt x="6" y="68"/>
                    </a:moveTo>
                    <a:cubicBezTo>
                      <a:pt x="5" y="68"/>
                      <a:pt x="5" y="68"/>
                      <a:pt x="5" y="68"/>
                    </a:cubicBezTo>
                    <a:cubicBezTo>
                      <a:pt x="3" y="68"/>
                      <a:pt x="0" y="66"/>
                      <a:pt x="0" y="6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6"/>
                      <a:pt x="9" y="68"/>
                      <a:pt x="6" y="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6"/>
              <p:cNvSpPr/>
              <p:nvPr/>
            </p:nvSpPr>
            <p:spPr>
              <a:xfrm>
                <a:off x="8439744" y="2930576"/>
                <a:ext cx="18858" cy="119434"/>
              </a:xfrm>
              <a:custGeom>
                <a:rect b="b" l="l" r="r" t="t"/>
                <a:pathLst>
                  <a:path extrusionOk="0" h="68" w="11">
                    <a:moveTo>
                      <a:pt x="6" y="68"/>
                    </a:moveTo>
                    <a:cubicBezTo>
                      <a:pt x="5" y="68"/>
                      <a:pt x="5" y="68"/>
                      <a:pt x="5" y="68"/>
                    </a:cubicBezTo>
                    <a:cubicBezTo>
                      <a:pt x="2" y="68"/>
                      <a:pt x="0" y="66"/>
                      <a:pt x="0" y="6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6"/>
                      <a:pt x="9" y="68"/>
                      <a:pt x="6" y="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6"/>
              <p:cNvSpPr/>
              <p:nvPr/>
            </p:nvSpPr>
            <p:spPr>
              <a:xfrm>
                <a:off x="8518948" y="2930576"/>
                <a:ext cx="20115" cy="119434"/>
              </a:xfrm>
              <a:custGeom>
                <a:rect b="b" l="l" r="r" t="t"/>
                <a:pathLst>
                  <a:path extrusionOk="0" h="68" w="11">
                    <a:moveTo>
                      <a:pt x="6" y="68"/>
                    </a:moveTo>
                    <a:cubicBezTo>
                      <a:pt x="5" y="68"/>
                      <a:pt x="5" y="68"/>
                      <a:pt x="5" y="68"/>
                    </a:cubicBezTo>
                    <a:cubicBezTo>
                      <a:pt x="2" y="68"/>
                      <a:pt x="0" y="66"/>
                      <a:pt x="0" y="6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1" y="2"/>
                      <a:pt x="11" y="4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6"/>
                      <a:pt x="8" y="68"/>
                      <a:pt x="6" y="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6"/>
              <p:cNvSpPr/>
              <p:nvPr/>
            </p:nvSpPr>
            <p:spPr>
              <a:xfrm>
                <a:off x="8596895" y="2930576"/>
                <a:ext cx="20115" cy="119434"/>
              </a:xfrm>
              <a:custGeom>
                <a:rect b="b" l="l" r="r" t="t"/>
                <a:pathLst>
                  <a:path extrusionOk="0" h="68" w="11">
                    <a:moveTo>
                      <a:pt x="6" y="68"/>
                    </a:moveTo>
                    <a:cubicBezTo>
                      <a:pt x="5" y="68"/>
                      <a:pt x="5" y="68"/>
                      <a:pt x="5" y="68"/>
                    </a:cubicBezTo>
                    <a:cubicBezTo>
                      <a:pt x="3" y="68"/>
                      <a:pt x="0" y="66"/>
                      <a:pt x="0" y="6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11" y="66"/>
                      <a:pt x="9" y="68"/>
                      <a:pt x="6" y="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 ExtraBold"/>
              <a:buNone/>
              <a:defRPr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ExtraBold"/>
              <a:buNone/>
              <a:defRPr sz="3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7"/>
          <p:cNvSpPr txBox="1"/>
          <p:nvPr>
            <p:ph type="ctrTitle"/>
          </p:nvPr>
        </p:nvSpPr>
        <p:spPr>
          <a:xfrm>
            <a:off x="573450" y="1528500"/>
            <a:ext cx="44565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Chronic Kidney Disease Dataset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5" name="Google Shape;575;p27"/>
          <p:cNvSpPr txBox="1"/>
          <p:nvPr>
            <p:ph idx="1" type="subTitle"/>
          </p:nvPr>
        </p:nvSpPr>
        <p:spPr>
          <a:xfrm>
            <a:off x="534100" y="3161050"/>
            <a:ext cx="44565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By: Sushruti Vasireddy, </a:t>
            </a:r>
            <a:r>
              <a:rPr lang="en">
                <a:solidFill>
                  <a:schemeClr val="lt1"/>
                </a:solidFill>
              </a:rPr>
              <a:t>Grayson Grabois, Roschelle Dsouza, and Shiroz Kazani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820825" y="1189725"/>
            <a:ext cx="385200" cy="154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77" name="Google Shape;577;p27"/>
          <p:cNvGrpSpPr/>
          <p:nvPr/>
        </p:nvGrpSpPr>
        <p:grpSpPr>
          <a:xfrm>
            <a:off x="4874830" y="1461885"/>
            <a:ext cx="3554079" cy="2429272"/>
            <a:chOff x="4874830" y="1461885"/>
            <a:chExt cx="3554079" cy="2429272"/>
          </a:xfrm>
        </p:grpSpPr>
        <p:grpSp>
          <p:nvGrpSpPr>
            <p:cNvPr id="578" name="Google Shape;578;p27"/>
            <p:cNvGrpSpPr/>
            <p:nvPr/>
          </p:nvGrpSpPr>
          <p:grpSpPr>
            <a:xfrm>
              <a:off x="4874830" y="1461885"/>
              <a:ext cx="3092900" cy="2219731"/>
              <a:chOff x="3474451" y="579541"/>
              <a:chExt cx="2806625" cy="2014275"/>
            </a:xfrm>
          </p:grpSpPr>
          <p:sp>
            <p:nvSpPr>
              <p:cNvPr id="579" name="Google Shape;579;p27"/>
              <p:cNvSpPr/>
              <p:nvPr/>
            </p:nvSpPr>
            <p:spPr>
              <a:xfrm>
                <a:off x="4961397" y="1396389"/>
                <a:ext cx="512988" cy="1120655"/>
              </a:xfrm>
              <a:custGeom>
                <a:rect b="b" l="l" r="r" t="t"/>
                <a:pathLst>
                  <a:path extrusionOk="0" h="702" w="333">
                    <a:moveTo>
                      <a:pt x="310" y="0"/>
                    </a:moveTo>
                    <a:cubicBezTo>
                      <a:pt x="310" y="0"/>
                      <a:pt x="149" y="5"/>
                      <a:pt x="74" y="124"/>
                    </a:cubicBezTo>
                    <a:cubicBezTo>
                      <a:pt x="0" y="242"/>
                      <a:pt x="21" y="702"/>
                      <a:pt x="21" y="702"/>
                    </a:cubicBezTo>
                    <a:cubicBezTo>
                      <a:pt x="76" y="702"/>
                      <a:pt x="76" y="702"/>
                      <a:pt x="76" y="702"/>
                    </a:cubicBezTo>
                    <a:cubicBezTo>
                      <a:pt x="76" y="702"/>
                      <a:pt x="41" y="263"/>
                      <a:pt x="128" y="149"/>
                    </a:cubicBezTo>
                    <a:cubicBezTo>
                      <a:pt x="205" y="47"/>
                      <a:pt x="333" y="43"/>
                      <a:pt x="333" y="43"/>
                    </a:cubicBezTo>
                    <a:cubicBezTo>
                      <a:pt x="310" y="0"/>
                      <a:pt x="310" y="0"/>
                      <a:pt x="31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7"/>
              <p:cNvSpPr/>
              <p:nvPr/>
            </p:nvSpPr>
            <p:spPr>
              <a:xfrm>
                <a:off x="4992906" y="2457797"/>
                <a:ext cx="0" cy="20169"/>
              </a:xfrm>
              <a:custGeom>
                <a:rect b="b" l="l" r="r" t="t"/>
                <a:pathLst>
                  <a:path extrusionOk="0" h="13" w="120000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6"/>
                      <a:pt x="0" y="9"/>
                    </a:cubicBezTo>
                    <a:cubicBezTo>
                      <a:pt x="0" y="7"/>
                      <a:pt x="0" y="4"/>
                      <a:pt x="0" y="0"/>
                    </a:cubicBezTo>
                  </a:path>
                </a:pathLst>
              </a:custGeom>
              <a:solidFill>
                <a:srgbClr val="FDC8D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7"/>
              <p:cNvSpPr/>
              <p:nvPr/>
            </p:nvSpPr>
            <p:spPr>
              <a:xfrm>
                <a:off x="4992911" y="1455634"/>
                <a:ext cx="392002" cy="1061448"/>
              </a:xfrm>
              <a:custGeom>
                <a:rect b="b" l="l" r="r" t="t"/>
                <a:pathLst>
                  <a:path extrusionOk="0" h="663" w="254">
                    <a:moveTo>
                      <a:pt x="254" y="0"/>
                    </a:moveTo>
                    <a:cubicBezTo>
                      <a:pt x="210" y="11"/>
                      <a:pt x="148" y="37"/>
                      <a:pt x="103" y="96"/>
                    </a:cubicBezTo>
                    <a:cubicBezTo>
                      <a:pt x="15" y="210"/>
                      <a:pt x="51" y="650"/>
                      <a:pt x="51" y="650"/>
                    </a:cubicBezTo>
                    <a:cubicBezTo>
                      <a:pt x="0" y="650"/>
                      <a:pt x="0" y="650"/>
                      <a:pt x="0" y="650"/>
                    </a:cubicBezTo>
                    <a:cubicBezTo>
                      <a:pt x="0" y="654"/>
                      <a:pt x="0" y="657"/>
                      <a:pt x="0" y="659"/>
                    </a:cubicBezTo>
                    <a:cubicBezTo>
                      <a:pt x="0" y="662"/>
                      <a:pt x="0" y="663"/>
                      <a:pt x="0" y="663"/>
                    </a:cubicBezTo>
                    <a:cubicBezTo>
                      <a:pt x="0" y="663"/>
                      <a:pt x="0" y="663"/>
                      <a:pt x="0" y="663"/>
                    </a:cubicBezTo>
                    <a:cubicBezTo>
                      <a:pt x="0" y="663"/>
                      <a:pt x="0" y="663"/>
                      <a:pt x="0" y="663"/>
                    </a:cubicBezTo>
                    <a:cubicBezTo>
                      <a:pt x="55" y="663"/>
                      <a:pt x="55" y="663"/>
                      <a:pt x="55" y="663"/>
                    </a:cubicBezTo>
                    <a:cubicBezTo>
                      <a:pt x="55" y="663"/>
                      <a:pt x="48" y="575"/>
                      <a:pt x="48" y="467"/>
                    </a:cubicBezTo>
                    <a:cubicBezTo>
                      <a:pt x="48" y="334"/>
                      <a:pt x="59" y="172"/>
                      <a:pt x="107" y="110"/>
                    </a:cubicBezTo>
                    <a:cubicBezTo>
                      <a:pt x="149" y="54"/>
                      <a:pt x="207" y="28"/>
                      <a:pt x="250" y="15"/>
                    </a:cubicBezTo>
                    <a:cubicBezTo>
                      <a:pt x="252" y="10"/>
                      <a:pt x="253" y="5"/>
                      <a:pt x="254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7"/>
              <p:cNvSpPr/>
              <p:nvPr/>
            </p:nvSpPr>
            <p:spPr>
              <a:xfrm>
                <a:off x="4984083" y="1211089"/>
                <a:ext cx="518041" cy="325228"/>
              </a:xfrm>
              <a:custGeom>
                <a:rect b="b" l="l" r="r" t="t"/>
                <a:pathLst>
                  <a:path extrusionOk="0" h="211" w="336">
                    <a:moveTo>
                      <a:pt x="293" y="0"/>
                    </a:moveTo>
                    <a:cubicBezTo>
                      <a:pt x="293" y="0"/>
                      <a:pt x="186" y="104"/>
                      <a:pt x="19" y="4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97"/>
                      <a:pt x="140" y="211"/>
                      <a:pt x="311" y="135"/>
                    </a:cubicBezTo>
                    <a:cubicBezTo>
                      <a:pt x="311" y="135"/>
                      <a:pt x="336" y="67"/>
                      <a:pt x="29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7"/>
              <p:cNvSpPr/>
              <p:nvPr/>
            </p:nvSpPr>
            <p:spPr>
              <a:xfrm>
                <a:off x="4984083" y="1333365"/>
                <a:ext cx="487790" cy="202953"/>
              </a:xfrm>
              <a:custGeom>
                <a:rect b="b" l="l" r="r" t="t"/>
                <a:pathLst>
                  <a:path extrusionOk="0" h="132" w="317">
                    <a:moveTo>
                      <a:pt x="7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40" y="132"/>
                      <a:pt x="311" y="56"/>
                    </a:cubicBezTo>
                    <a:cubicBezTo>
                      <a:pt x="311" y="56"/>
                      <a:pt x="315" y="47"/>
                      <a:pt x="317" y="31"/>
                    </a:cubicBezTo>
                    <a:cubicBezTo>
                      <a:pt x="181" y="79"/>
                      <a:pt x="65" y="33"/>
                      <a:pt x="7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7"/>
              <p:cNvSpPr/>
              <p:nvPr/>
            </p:nvSpPr>
            <p:spPr>
              <a:xfrm>
                <a:off x="5121471" y="1119067"/>
                <a:ext cx="350402" cy="238249"/>
              </a:xfrm>
              <a:custGeom>
                <a:rect b="b" l="l" r="r" t="t"/>
                <a:pathLst>
                  <a:path extrusionOk="0" h="155" w="228">
                    <a:moveTo>
                      <a:pt x="225" y="50"/>
                    </a:moveTo>
                    <a:cubicBezTo>
                      <a:pt x="225" y="50"/>
                      <a:pt x="118" y="92"/>
                      <a:pt x="31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50" y="155"/>
                      <a:pt x="187" y="152"/>
                    </a:cubicBezTo>
                    <a:cubicBezTo>
                      <a:pt x="187" y="152"/>
                      <a:pt x="228" y="111"/>
                      <a:pt x="225" y="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7"/>
              <p:cNvSpPr/>
              <p:nvPr/>
            </p:nvSpPr>
            <p:spPr>
              <a:xfrm>
                <a:off x="5121471" y="1149321"/>
                <a:ext cx="307547" cy="207995"/>
              </a:xfrm>
              <a:custGeom>
                <a:rect b="b" l="l" r="r" t="t"/>
                <a:pathLst>
                  <a:path extrusionOk="0" h="135" w="200">
                    <a:moveTo>
                      <a:pt x="11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50" y="135"/>
                      <a:pt x="187" y="132"/>
                    </a:cubicBezTo>
                    <a:cubicBezTo>
                      <a:pt x="187" y="132"/>
                      <a:pt x="193" y="126"/>
                      <a:pt x="200" y="116"/>
                    </a:cubicBezTo>
                    <a:cubicBezTo>
                      <a:pt x="96" y="109"/>
                      <a:pt x="37" y="41"/>
                      <a:pt x="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7"/>
              <p:cNvSpPr/>
              <p:nvPr/>
            </p:nvSpPr>
            <p:spPr>
              <a:xfrm>
                <a:off x="5187014" y="579541"/>
                <a:ext cx="1094062" cy="1784976"/>
              </a:xfrm>
              <a:custGeom>
                <a:rect b="b" l="l" r="r" t="t"/>
                <a:pathLst>
                  <a:path extrusionOk="0" h="1158" w="710">
                    <a:moveTo>
                      <a:pt x="326" y="18"/>
                    </a:moveTo>
                    <a:cubicBezTo>
                      <a:pt x="199" y="0"/>
                      <a:pt x="97" y="64"/>
                      <a:pt x="60" y="160"/>
                    </a:cubicBezTo>
                    <a:cubicBezTo>
                      <a:pt x="29" y="238"/>
                      <a:pt x="79" y="361"/>
                      <a:pt x="112" y="430"/>
                    </a:cubicBezTo>
                    <a:cubicBezTo>
                      <a:pt x="146" y="499"/>
                      <a:pt x="138" y="576"/>
                      <a:pt x="92" y="670"/>
                    </a:cubicBezTo>
                    <a:cubicBezTo>
                      <a:pt x="46" y="765"/>
                      <a:pt x="0" y="1000"/>
                      <a:pt x="161" y="1079"/>
                    </a:cubicBezTo>
                    <a:cubicBezTo>
                      <a:pt x="322" y="1158"/>
                      <a:pt x="673" y="1026"/>
                      <a:pt x="692" y="604"/>
                    </a:cubicBezTo>
                    <a:cubicBezTo>
                      <a:pt x="710" y="213"/>
                      <a:pt x="503" y="44"/>
                      <a:pt x="326" y="1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7"/>
              <p:cNvSpPr/>
              <p:nvPr/>
            </p:nvSpPr>
            <p:spPr>
              <a:xfrm>
                <a:off x="5404973" y="1057309"/>
                <a:ext cx="301246" cy="255897"/>
              </a:xfrm>
              <a:custGeom>
                <a:rect b="b" l="l" r="r" t="t"/>
                <a:pathLst>
                  <a:path extrusionOk="0" h="166" w="195">
                    <a:moveTo>
                      <a:pt x="195" y="3"/>
                    </a:moveTo>
                    <a:cubicBezTo>
                      <a:pt x="174" y="12"/>
                      <a:pt x="154" y="22"/>
                      <a:pt x="136" y="33"/>
                    </a:cubicBezTo>
                    <a:cubicBezTo>
                      <a:pt x="117" y="44"/>
                      <a:pt x="100" y="55"/>
                      <a:pt x="84" y="69"/>
                    </a:cubicBezTo>
                    <a:cubicBezTo>
                      <a:pt x="68" y="82"/>
                      <a:pt x="53" y="97"/>
                      <a:pt x="40" y="113"/>
                    </a:cubicBezTo>
                    <a:cubicBezTo>
                      <a:pt x="32" y="121"/>
                      <a:pt x="26" y="130"/>
                      <a:pt x="19" y="139"/>
                    </a:cubicBezTo>
                    <a:cubicBezTo>
                      <a:pt x="13" y="148"/>
                      <a:pt x="7" y="157"/>
                      <a:pt x="0" y="166"/>
                    </a:cubicBezTo>
                    <a:cubicBezTo>
                      <a:pt x="0" y="160"/>
                      <a:pt x="1" y="155"/>
                      <a:pt x="2" y="149"/>
                    </a:cubicBezTo>
                    <a:cubicBezTo>
                      <a:pt x="3" y="143"/>
                      <a:pt x="4" y="138"/>
                      <a:pt x="6" y="132"/>
                    </a:cubicBezTo>
                    <a:cubicBezTo>
                      <a:pt x="10" y="121"/>
                      <a:pt x="14" y="110"/>
                      <a:pt x="20" y="100"/>
                    </a:cubicBezTo>
                    <a:cubicBezTo>
                      <a:pt x="31" y="79"/>
                      <a:pt x="47" y="61"/>
                      <a:pt x="65" y="46"/>
                    </a:cubicBezTo>
                    <a:cubicBezTo>
                      <a:pt x="83" y="30"/>
                      <a:pt x="104" y="19"/>
                      <a:pt x="126" y="11"/>
                    </a:cubicBezTo>
                    <a:cubicBezTo>
                      <a:pt x="148" y="4"/>
                      <a:pt x="172" y="0"/>
                      <a:pt x="195" y="3"/>
                    </a:cubicBezTo>
                    <a:close/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7"/>
              <p:cNvSpPr/>
              <p:nvPr/>
            </p:nvSpPr>
            <p:spPr>
              <a:xfrm>
                <a:off x="5376084" y="1653541"/>
                <a:ext cx="291162" cy="265982"/>
              </a:xfrm>
              <a:custGeom>
                <a:rect b="b" l="l" r="r" t="t"/>
                <a:pathLst>
                  <a:path extrusionOk="0" h="173" w="189">
                    <a:moveTo>
                      <a:pt x="189" y="170"/>
                    </a:moveTo>
                    <a:cubicBezTo>
                      <a:pt x="168" y="160"/>
                      <a:pt x="149" y="150"/>
                      <a:pt x="131" y="139"/>
                    </a:cubicBezTo>
                    <a:cubicBezTo>
                      <a:pt x="113" y="127"/>
                      <a:pt x="96" y="115"/>
                      <a:pt x="81" y="100"/>
                    </a:cubicBezTo>
                    <a:cubicBezTo>
                      <a:pt x="66" y="86"/>
                      <a:pt x="51" y="71"/>
                      <a:pt x="38" y="54"/>
                    </a:cubicBezTo>
                    <a:cubicBezTo>
                      <a:pt x="31" y="46"/>
                      <a:pt x="26" y="37"/>
                      <a:pt x="19" y="28"/>
                    </a:cubicBezTo>
                    <a:cubicBezTo>
                      <a:pt x="13" y="19"/>
                      <a:pt x="7" y="9"/>
                      <a:pt x="0" y="0"/>
                    </a:cubicBezTo>
                    <a:cubicBezTo>
                      <a:pt x="1" y="6"/>
                      <a:pt x="1" y="11"/>
                      <a:pt x="2" y="17"/>
                    </a:cubicBezTo>
                    <a:cubicBezTo>
                      <a:pt x="3" y="23"/>
                      <a:pt x="4" y="29"/>
                      <a:pt x="6" y="34"/>
                    </a:cubicBezTo>
                    <a:cubicBezTo>
                      <a:pt x="9" y="45"/>
                      <a:pt x="12" y="57"/>
                      <a:pt x="18" y="67"/>
                    </a:cubicBezTo>
                    <a:cubicBezTo>
                      <a:pt x="28" y="88"/>
                      <a:pt x="43" y="107"/>
                      <a:pt x="61" y="123"/>
                    </a:cubicBezTo>
                    <a:cubicBezTo>
                      <a:pt x="78" y="139"/>
                      <a:pt x="99" y="151"/>
                      <a:pt x="121" y="160"/>
                    </a:cubicBezTo>
                    <a:cubicBezTo>
                      <a:pt x="143" y="168"/>
                      <a:pt x="166" y="173"/>
                      <a:pt x="189" y="170"/>
                    </a:cubicBezTo>
                    <a:close/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7"/>
              <p:cNvSpPr/>
              <p:nvPr/>
            </p:nvSpPr>
            <p:spPr>
              <a:xfrm>
                <a:off x="5432800" y="1386309"/>
                <a:ext cx="821807" cy="855931"/>
              </a:xfrm>
              <a:custGeom>
                <a:rect b="b" l="l" r="r" t="t"/>
                <a:pathLst>
                  <a:path extrusionOk="0" h="555" w="534">
                    <a:moveTo>
                      <a:pt x="1" y="555"/>
                    </a:moveTo>
                    <a:cubicBezTo>
                      <a:pt x="2" y="555"/>
                      <a:pt x="2" y="555"/>
                      <a:pt x="2" y="555"/>
                    </a:cubicBezTo>
                    <a:cubicBezTo>
                      <a:pt x="2" y="555"/>
                      <a:pt x="2" y="555"/>
                      <a:pt x="1" y="555"/>
                    </a:cubicBezTo>
                    <a:moveTo>
                      <a:pt x="1" y="555"/>
                    </a:moveTo>
                    <a:cubicBezTo>
                      <a:pt x="1" y="555"/>
                      <a:pt x="1" y="555"/>
                      <a:pt x="1" y="555"/>
                    </a:cubicBezTo>
                    <a:cubicBezTo>
                      <a:pt x="1" y="555"/>
                      <a:pt x="1" y="555"/>
                      <a:pt x="1" y="555"/>
                    </a:cubicBezTo>
                    <a:moveTo>
                      <a:pt x="1" y="554"/>
                    </a:moveTo>
                    <a:cubicBezTo>
                      <a:pt x="1" y="554"/>
                      <a:pt x="1" y="555"/>
                      <a:pt x="1" y="555"/>
                    </a:cubicBezTo>
                    <a:cubicBezTo>
                      <a:pt x="1" y="555"/>
                      <a:pt x="1" y="554"/>
                      <a:pt x="1" y="554"/>
                    </a:cubicBezTo>
                    <a:moveTo>
                      <a:pt x="0" y="554"/>
                    </a:moveTo>
                    <a:cubicBezTo>
                      <a:pt x="0" y="554"/>
                      <a:pt x="0" y="554"/>
                      <a:pt x="0" y="554"/>
                    </a:cubicBezTo>
                    <a:cubicBezTo>
                      <a:pt x="0" y="554"/>
                      <a:pt x="0" y="554"/>
                      <a:pt x="0" y="554"/>
                    </a:cubicBezTo>
                    <a:moveTo>
                      <a:pt x="533" y="79"/>
                    </a:moveTo>
                    <a:cubicBezTo>
                      <a:pt x="533" y="79"/>
                      <a:pt x="533" y="80"/>
                      <a:pt x="533" y="80"/>
                    </a:cubicBezTo>
                    <a:cubicBezTo>
                      <a:pt x="533" y="79"/>
                      <a:pt x="533" y="79"/>
                      <a:pt x="533" y="79"/>
                    </a:cubicBezTo>
                    <a:moveTo>
                      <a:pt x="533" y="78"/>
                    </a:moveTo>
                    <a:cubicBezTo>
                      <a:pt x="533" y="78"/>
                      <a:pt x="533" y="78"/>
                      <a:pt x="533" y="78"/>
                    </a:cubicBezTo>
                    <a:cubicBezTo>
                      <a:pt x="533" y="78"/>
                      <a:pt x="533" y="78"/>
                      <a:pt x="533" y="78"/>
                    </a:cubicBezTo>
                    <a:moveTo>
                      <a:pt x="533" y="77"/>
                    </a:moveTo>
                    <a:cubicBezTo>
                      <a:pt x="533" y="77"/>
                      <a:pt x="533" y="77"/>
                      <a:pt x="533" y="77"/>
                    </a:cubicBezTo>
                    <a:cubicBezTo>
                      <a:pt x="533" y="77"/>
                      <a:pt x="533" y="77"/>
                      <a:pt x="533" y="77"/>
                    </a:cubicBezTo>
                    <a:moveTo>
                      <a:pt x="533" y="76"/>
                    </a:moveTo>
                    <a:cubicBezTo>
                      <a:pt x="533" y="76"/>
                      <a:pt x="533" y="76"/>
                      <a:pt x="533" y="76"/>
                    </a:cubicBezTo>
                    <a:cubicBezTo>
                      <a:pt x="533" y="76"/>
                      <a:pt x="533" y="76"/>
                      <a:pt x="533" y="76"/>
                    </a:cubicBezTo>
                    <a:moveTo>
                      <a:pt x="534" y="74"/>
                    </a:moveTo>
                    <a:cubicBezTo>
                      <a:pt x="534" y="75"/>
                      <a:pt x="534" y="75"/>
                      <a:pt x="533" y="75"/>
                    </a:cubicBezTo>
                    <a:cubicBezTo>
                      <a:pt x="534" y="75"/>
                      <a:pt x="534" y="75"/>
                      <a:pt x="534" y="74"/>
                    </a:cubicBezTo>
                    <a:moveTo>
                      <a:pt x="534" y="73"/>
                    </a:moveTo>
                    <a:cubicBezTo>
                      <a:pt x="534" y="73"/>
                      <a:pt x="534" y="74"/>
                      <a:pt x="534" y="74"/>
                    </a:cubicBezTo>
                    <a:cubicBezTo>
                      <a:pt x="534" y="74"/>
                      <a:pt x="534" y="73"/>
                      <a:pt x="534" y="73"/>
                    </a:cubicBezTo>
                    <a:moveTo>
                      <a:pt x="534" y="72"/>
                    </a:moveTo>
                    <a:cubicBezTo>
                      <a:pt x="534" y="72"/>
                      <a:pt x="534" y="73"/>
                      <a:pt x="534" y="73"/>
                    </a:cubicBezTo>
                    <a:cubicBezTo>
                      <a:pt x="534" y="73"/>
                      <a:pt x="534" y="72"/>
                      <a:pt x="534" y="72"/>
                    </a:cubicBezTo>
                    <a:moveTo>
                      <a:pt x="534" y="71"/>
                    </a:moveTo>
                    <a:cubicBezTo>
                      <a:pt x="534" y="71"/>
                      <a:pt x="534" y="71"/>
                      <a:pt x="534" y="72"/>
                    </a:cubicBezTo>
                    <a:cubicBezTo>
                      <a:pt x="534" y="71"/>
                      <a:pt x="534" y="71"/>
                      <a:pt x="534" y="71"/>
                    </a:cubicBezTo>
                    <a:moveTo>
                      <a:pt x="534" y="70"/>
                    </a:moveTo>
                    <a:cubicBezTo>
                      <a:pt x="534" y="70"/>
                      <a:pt x="534" y="70"/>
                      <a:pt x="534" y="70"/>
                    </a:cubicBezTo>
                    <a:cubicBezTo>
                      <a:pt x="534" y="70"/>
                      <a:pt x="534" y="70"/>
                      <a:pt x="534" y="70"/>
                    </a:cubicBezTo>
                    <a:moveTo>
                      <a:pt x="534" y="69"/>
                    </a:moveTo>
                    <a:cubicBezTo>
                      <a:pt x="534" y="69"/>
                      <a:pt x="534" y="69"/>
                      <a:pt x="534" y="69"/>
                    </a:cubicBezTo>
                    <a:cubicBezTo>
                      <a:pt x="534" y="69"/>
                      <a:pt x="534" y="69"/>
                      <a:pt x="534" y="69"/>
                    </a:cubicBezTo>
                    <a:moveTo>
                      <a:pt x="534" y="68"/>
                    </a:moveTo>
                    <a:cubicBezTo>
                      <a:pt x="534" y="68"/>
                      <a:pt x="534" y="68"/>
                      <a:pt x="534" y="68"/>
                    </a:cubicBezTo>
                    <a:cubicBezTo>
                      <a:pt x="534" y="68"/>
                      <a:pt x="534" y="68"/>
                      <a:pt x="534" y="68"/>
                    </a:cubicBezTo>
                    <a:moveTo>
                      <a:pt x="534" y="66"/>
                    </a:moveTo>
                    <a:cubicBezTo>
                      <a:pt x="534" y="67"/>
                      <a:pt x="534" y="67"/>
                      <a:pt x="534" y="67"/>
                    </a:cubicBezTo>
                    <a:cubicBezTo>
                      <a:pt x="534" y="67"/>
                      <a:pt x="534" y="67"/>
                      <a:pt x="534" y="66"/>
                    </a:cubicBezTo>
                    <a:moveTo>
                      <a:pt x="534" y="65"/>
                    </a:moveTo>
                    <a:cubicBezTo>
                      <a:pt x="534" y="65"/>
                      <a:pt x="534" y="66"/>
                      <a:pt x="534" y="66"/>
                    </a:cubicBezTo>
                    <a:cubicBezTo>
                      <a:pt x="534" y="66"/>
                      <a:pt x="534" y="65"/>
                      <a:pt x="534" y="65"/>
                    </a:cubicBezTo>
                    <a:moveTo>
                      <a:pt x="534" y="64"/>
                    </a:moveTo>
                    <a:cubicBezTo>
                      <a:pt x="534" y="64"/>
                      <a:pt x="534" y="65"/>
                      <a:pt x="534" y="65"/>
                    </a:cubicBezTo>
                    <a:cubicBezTo>
                      <a:pt x="534" y="65"/>
                      <a:pt x="534" y="64"/>
                      <a:pt x="534" y="64"/>
                    </a:cubicBezTo>
                    <a:moveTo>
                      <a:pt x="534" y="63"/>
                    </a:moveTo>
                    <a:cubicBezTo>
                      <a:pt x="534" y="63"/>
                      <a:pt x="534" y="64"/>
                      <a:pt x="534" y="64"/>
                    </a:cubicBezTo>
                    <a:cubicBezTo>
                      <a:pt x="534" y="64"/>
                      <a:pt x="534" y="63"/>
                      <a:pt x="534" y="63"/>
                    </a:cubicBezTo>
                    <a:moveTo>
                      <a:pt x="534" y="62"/>
                    </a:moveTo>
                    <a:cubicBezTo>
                      <a:pt x="534" y="62"/>
                      <a:pt x="534" y="62"/>
                      <a:pt x="534" y="63"/>
                    </a:cubicBezTo>
                    <a:cubicBezTo>
                      <a:pt x="534" y="62"/>
                      <a:pt x="534" y="62"/>
                      <a:pt x="534" y="62"/>
                    </a:cubicBezTo>
                    <a:moveTo>
                      <a:pt x="534" y="61"/>
                    </a:moveTo>
                    <a:cubicBezTo>
                      <a:pt x="534" y="61"/>
                      <a:pt x="534" y="61"/>
                      <a:pt x="534" y="62"/>
                    </a:cubicBezTo>
                    <a:cubicBezTo>
                      <a:pt x="534" y="61"/>
                      <a:pt x="534" y="61"/>
                      <a:pt x="534" y="61"/>
                    </a:cubicBezTo>
                    <a:moveTo>
                      <a:pt x="534" y="60"/>
                    </a:moveTo>
                    <a:cubicBezTo>
                      <a:pt x="534" y="60"/>
                      <a:pt x="534" y="60"/>
                      <a:pt x="534" y="61"/>
                    </a:cubicBezTo>
                    <a:cubicBezTo>
                      <a:pt x="534" y="60"/>
                      <a:pt x="534" y="60"/>
                      <a:pt x="534" y="60"/>
                    </a:cubicBezTo>
                    <a:moveTo>
                      <a:pt x="534" y="58"/>
                    </a:moveTo>
                    <a:cubicBezTo>
                      <a:pt x="534" y="59"/>
                      <a:pt x="534" y="59"/>
                      <a:pt x="534" y="59"/>
                    </a:cubicBezTo>
                    <a:cubicBezTo>
                      <a:pt x="534" y="59"/>
                      <a:pt x="534" y="59"/>
                      <a:pt x="534" y="58"/>
                    </a:cubicBezTo>
                    <a:moveTo>
                      <a:pt x="534" y="57"/>
                    </a:moveTo>
                    <a:cubicBezTo>
                      <a:pt x="534" y="58"/>
                      <a:pt x="534" y="58"/>
                      <a:pt x="534" y="58"/>
                    </a:cubicBezTo>
                    <a:cubicBezTo>
                      <a:pt x="534" y="58"/>
                      <a:pt x="534" y="58"/>
                      <a:pt x="534" y="57"/>
                    </a:cubicBezTo>
                    <a:moveTo>
                      <a:pt x="534" y="56"/>
                    </a:moveTo>
                    <a:cubicBezTo>
                      <a:pt x="534" y="57"/>
                      <a:pt x="534" y="57"/>
                      <a:pt x="534" y="57"/>
                    </a:cubicBezTo>
                    <a:cubicBezTo>
                      <a:pt x="534" y="57"/>
                      <a:pt x="534" y="57"/>
                      <a:pt x="534" y="56"/>
                    </a:cubicBezTo>
                    <a:moveTo>
                      <a:pt x="534" y="55"/>
                    </a:moveTo>
                    <a:cubicBezTo>
                      <a:pt x="534" y="55"/>
                      <a:pt x="534" y="56"/>
                      <a:pt x="534" y="56"/>
                    </a:cubicBezTo>
                    <a:cubicBezTo>
                      <a:pt x="534" y="56"/>
                      <a:pt x="534" y="55"/>
                      <a:pt x="534" y="55"/>
                    </a:cubicBezTo>
                    <a:moveTo>
                      <a:pt x="534" y="54"/>
                    </a:moveTo>
                    <a:cubicBezTo>
                      <a:pt x="534" y="54"/>
                      <a:pt x="534" y="55"/>
                      <a:pt x="534" y="55"/>
                    </a:cubicBezTo>
                    <a:cubicBezTo>
                      <a:pt x="534" y="55"/>
                      <a:pt x="534" y="54"/>
                      <a:pt x="534" y="54"/>
                    </a:cubicBezTo>
                    <a:moveTo>
                      <a:pt x="534" y="53"/>
                    </a:moveTo>
                    <a:cubicBezTo>
                      <a:pt x="534" y="53"/>
                      <a:pt x="534" y="53"/>
                      <a:pt x="534" y="54"/>
                    </a:cubicBezTo>
                    <a:cubicBezTo>
                      <a:pt x="534" y="53"/>
                      <a:pt x="534" y="53"/>
                      <a:pt x="534" y="53"/>
                    </a:cubicBezTo>
                    <a:moveTo>
                      <a:pt x="534" y="52"/>
                    </a:moveTo>
                    <a:cubicBezTo>
                      <a:pt x="534" y="52"/>
                      <a:pt x="534" y="52"/>
                      <a:pt x="534" y="52"/>
                    </a:cubicBezTo>
                    <a:cubicBezTo>
                      <a:pt x="534" y="52"/>
                      <a:pt x="534" y="52"/>
                      <a:pt x="534" y="52"/>
                    </a:cubicBezTo>
                    <a:moveTo>
                      <a:pt x="534" y="51"/>
                    </a:moveTo>
                    <a:cubicBezTo>
                      <a:pt x="534" y="51"/>
                      <a:pt x="534" y="51"/>
                      <a:pt x="534" y="51"/>
                    </a:cubicBezTo>
                    <a:cubicBezTo>
                      <a:pt x="534" y="51"/>
                      <a:pt x="534" y="51"/>
                      <a:pt x="534" y="51"/>
                    </a:cubicBezTo>
                    <a:moveTo>
                      <a:pt x="534" y="50"/>
                    </a:moveTo>
                    <a:cubicBezTo>
                      <a:pt x="534" y="50"/>
                      <a:pt x="534" y="50"/>
                      <a:pt x="534" y="50"/>
                    </a:cubicBezTo>
                    <a:cubicBezTo>
                      <a:pt x="534" y="50"/>
                      <a:pt x="534" y="50"/>
                      <a:pt x="534" y="50"/>
                    </a:cubicBezTo>
                    <a:moveTo>
                      <a:pt x="534" y="49"/>
                    </a:moveTo>
                    <a:cubicBezTo>
                      <a:pt x="534" y="49"/>
                      <a:pt x="534" y="49"/>
                      <a:pt x="534" y="49"/>
                    </a:cubicBezTo>
                    <a:cubicBezTo>
                      <a:pt x="534" y="49"/>
                      <a:pt x="534" y="49"/>
                      <a:pt x="534" y="49"/>
                    </a:cubicBezTo>
                    <a:moveTo>
                      <a:pt x="534" y="47"/>
                    </a:moveTo>
                    <a:cubicBezTo>
                      <a:pt x="534" y="48"/>
                      <a:pt x="534" y="48"/>
                      <a:pt x="534" y="48"/>
                    </a:cubicBezTo>
                    <a:cubicBezTo>
                      <a:pt x="534" y="48"/>
                      <a:pt x="534" y="48"/>
                      <a:pt x="534" y="47"/>
                    </a:cubicBezTo>
                    <a:moveTo>
                      <a:pt x="534" y="46"/>
                    </a:moveTo>
                    <a:cubicBezTo>
                      <a:pt x="534" y="46"/>
                      <a:pt x="534" y="47"/>
                      <a:pt x="534" y="47"/>
                    </a:cubicBezTo>
                    <a:cubicBezTo>
                      <a:pt x="534" y="47"/>
                      <a:pt x="534" y="46"/>
                      <a:pt x="534" y="46"/>
                    </a:cubicBezTo>
                    <a:moveTo>
                      <a:pt x="534" y="45"/>
                    </a:moveTo>
                    <a:cubicBezTo>
                      <a:pt x="534" y="45"/>
                      <a:pt x="534" y="46"/>
                      <a:pt x="534" y="46"/>
                    </a:cubicBezTo>
                    <a:cubicBezTo>
                      <a:pt x="534" y="46"/>
                      <a:pt x="534" y="45"/>
                      <a:pt x="534" y="45"/>
                    </a:cubicBezTo>
                    <a:moveTo>
                      <a:pt x="534" y="44"/>
                    </a:moveTo>
                    <a:cubicBezTo>
                      <a:pt x="534" y="44"/>
                      <a:pt x="534" y="45"/>
                      <a:pt x="534" y="45"/>
                    </a:cubicBezTo>
                    <a:cubicBezTo>
                      <a:pt x="534" y="45"/>
                      <a:pt x="534" y="44"/>
                      <a:pt x="534" y="44"/>
                    </a:cubicBezTo>
                    <a:moveTo>
                      <a:pt x="534" y="43"/>
                    </a:moveTo>
                    <a:cubicBezTo>
                      <a:pt x="534" y="43"/>
                      <a:pt x="534" y="43"/>
                      <a:pt x="534" y="44"/>
                    </a:cubicBezTo>
                    <a:cubicBezTo>
                      <a:pt x="534" y="43"/>
                      <a:pt x="534" y="43"/>
                      <a:pt x="534" y="43"/>
                    </a:cubicBezTo>
                    <a:moveTo>
                      <a:pt x="534" y="42"/>
                    </a:moveTo>
                    <a:cubicBezTo>
                      <a:pt x="534" y="42"/>
                      <a:pt x="534" y="42"/>
                      <a:pt x="534" y="43"/>
                    </a:cubicBezTo>
                    <a:cubicBezTo>
                      <a:pt x="534" y="42"/>
                      <a:pt x="534" y="42"/>
                      <a:pt x="534" y="42"/>
                    </a:cubicBezTo>
                    <a:moveTo>
                      <a:pt x="534" y="41"/>
                    </a:moveTo>
                    <a:cubicBezTo>
                      <a:pt x="534" y="41"/>
                      <a:pt x="534" y="41"/>
                      <a:pt x="534" y="42"/>
                    </a:cubicBezTo>
                    <a:cubicBezTo>
                      <a:pt x="534" y="41"/>
                      <a:pt x="534" y="41"/>
                      <a:pt x="534" y="41"/>
                    </a:cubicBezTo>
                    <a:moveTo>
                      <a:pt x="534" y="40"/>
                    </a:moveTo>
                    <a:cubicBezTo>
                      <a:pt x="534" y="40"/>
                      <a:pt x="534" y="40"/>
                      <a:pt x="534" y="40"/>
                    </a:cubicBezTo>
                    <a:cubicBezTo>
                      <a:pt x="534" y="40"/>
                      <a:pt x="534" y="40"/>
                      <a:pt x="534" y="40"/>
                    </a:cubicBezTo>
                    <a:moveTo>
                      <a:pt x="534" y="39"/>
                    </a:moveTo>
                    <a:cubicBezTo>
                      <a:pt x="534" y="39"/>
                      <a:pt x="534" y="39"/>
                      <a:pt x="534" y="39"/>
                    </a:cubicBezTo>
                    <a:cubicBezTo>
                      <a:pt x="534" y="39"/>
                      <a:pt x="534" y="39"/>
                      <a:pt x="534" y="39"/>
                    </a:cubicBezTo>
                    <a:moveTo>
                      <a:pt x="534" y="38"/>
                    </a:moveTo>
                    <a:cubicBezTo>
                      <a:pt x="534" y="38"/>
                      <a:pt x="534" y="38"/>
                      <a:pt x="534" y="38"/>
                    </a:cubicBezTo>
                    <a:cubicBezTo>
                      <a:pt x="534" y="38"/>
                      <a:pt x="534" y="38"/>
                      <a:pt x="534" y="38"/>
                    </a:cubicBezTo>
                    <a:moveTo>
                      <a:pt x="534" y="36"/>
                    </a:moveTo>
                    <a:cubicBezTo>
                      <a:pt x="534" y="37"/>
                      <a:pt x="534" y="37"/>
                      <a:pt x="534" y="37"/>
                    </a:cubicBezTo>
                    <a:cubicBezTo>
                      <a:pt x="534" y="37"/>
                      <a:pt x="534" y="37"/>
                      <a:pt x="534" y="36"/>
                    </a:cubicBezTo>
                    <a:moveTo>
                      <a:pt x="534" y="35"/>
                    </a:moveTo>
                    <a:cubicBezTo>
                      <a:pt x="534" y="36"/>
                      <a:pt x="534" y="36"/>
                      <a:pt x="534" y="36"/>
                    </a:cubicBezTo>
                    <a:cubicBezTo>
                      <a:pt x="534" y="36"/>
                      <a:pt x="534" y="36"/>
                      <a:pt x="534" y="35"/>
                    </a:cubicBezTo>
                    <a:moveTo>
                      <a:pt x="534" y="34"/>
                    </a:moveTo>
                    <a:cubicBezTo>
                      <a:pt x="534" y="34"/>
                      <a:pt x="534" y="35"/>
                      <a:pt x="534" y="35"/>
                    </a:cubicBezTo>
                    <a:cubicBezTo>
                      <a:pt x="534" y="35"/>
                      <a:pt x="534" y="34"/>
                      <a:pt x="534" y="34"/>
                    </a:cubicBezTo>
                    <a:moveTo>
                      <a:pt x="534" y="33"/>
                    </a:moveTo>
                    <a:cubicBezTo>
                      <a:pt x="534" y="33"/>
                      <a:pt x="534" y="33"/>
                      <a:pt x="534" y="34"/>
                    </a:cubicBezTo>
                    <a:cubicBezTo>
                      <a:pt x="534" y="33"/>
                      <a:pt x="534" y="33"/>
                      <a:pt x="534" y="33"/>
                    </a:cubicBezTo>
                    <a:moveTo>
                      <a:pt x="534" y="32"/>
                    </a:moveTo>
                    <a:cubicBezTo>
                      <a:pt x="534" y="32"/>
                      <a:pt x="534" y="32"/>
                      <a:pt x="534" y="33"/>
                    </a:cubicBezTo>
                    <a:cubicBezTo>
                      <a:pt x="534" y="32"/>
                      <a:pt x="534" y="32"/>
                      <a:pt x="534" y="32"/>
                    </a:cubicBezTo>
                    <a:moveTo>
                      <a:pt x="534" y="31"/>
                    </a:moveTo>
                    <a:cubicBezTo>
                      <a:pt x="534" y="31"/>
                      <a:pt x="534" y="31"/>
                      <a:pt x="534" y="32"/>
                    </a:cubicBezTo>
                    <a:cubicBezTo>
                      <a:pt x="534" y="31"/>
                      <a:pt x="534" y="31"/>
                      <a:pt x="534" y="31"/>
                    </a:cubicBezTo>
                    <a:moveTo>
                      <a:pt x="534" y="30"/>
                    </a:moveTo>
                    <a:cubicBezTo>
                      <a:pt x="534" y="30"/>
                      <a:pt x="534" y="30"/>
                      <a:pt x="534" y="31"/>
                    </a:cubicBezTo>
                    <a:cubicBezTo>
                      <a:pt x="534" y="30"/>
                      <a:pt x="534" y="30"/>
                      <a:pt x="534" y="30"/>
                    </a:cubicBezTo>
                    <a:moveTo>
                      <a:pt x="534" y="29"/>
                    </a:moveTo>
                    <a:cubicBezTo>
                      <a:pt x="534" y="29"/>
                      <a:pt x="534" y="29"/>
                      <a:pt x="534" y="29"/>
                    </a:cubicBezTo>
                    <a:cubicBezTo>
                      <a:pt x="534" y="29"/>
                      <a:pt x="534" y="29"/>
                      <a:pt x="534" y="29"/>
                    </a:cubicBezTo>
                    <a:moveTo>
                      <a:pt x="534" y="28"/>
                    </a:moveTo>
                    <a:cubicBezTo>
                      <a:pt x="534" y="28"/>
                      <a:pt x="534" y="28"/>
                      <a:pt x="534" y="28"/>
                    </a:cubicBezTo>
                    <a:cubicBezTo>
                      <a:pt x="534" y="28"/>
                      <a:pt x="534" y="28"/>
                      <a:pt x="534" y="28"/>
                    </a:cubicBezTo>
                    <a:moveTo>
                      <a:pt x="534" y="27"/>
                    </a:moveTo>
                    <a:cubicBezTo>
                      <a:pt x="534" y="27"/>
                      <a:pt x="534" y="27"/>
                      <a:pt x="534" y="27"/>
                    </a:cubicBezTo>
                    <a:cubicBezTo>
                      <a:pt x="534" y="27"/>
                      <a:pt x="534" y="27"/>
                      <a:pt x="534" y="27"/>
                    </a:cubicBezTo>
                    <a:moveTo>
                      <a:pt x="534" y="26"/>
                    </a:moveTo>
                    <a:cubicBezTo>
                      <a:pt x="534" y="26"/>
                      <a:pt x="534" y="26"/>
                      <a:pt x="534" y="26"/>
                    </a:cubicBezTo>
                    <a:cubicBezTo>
                      <a:pt x="534" y="26"/>
                      <a:pt x="534" y="26"/>
                      <a:pt x="534" y="26"/>
                    </a:cubicBezTo>
                    <a:moveTo>
                      <a:pt x="534" y="25"/>
                    </a:moveTo>
                    <a:cubicBezTo>
                      <a:pt x="534" y="25"/>
                      <a:pt x="534" y="25"/>
                      <a:pt x="534" y="25"/>
                    </a:cubicBezTo>
                    <a:cubicBezTo>
                      <a:pt x="534" y="25"/>
                      <a:pt x="534" y="25"/>
                      <a:pt x="534" y="25"/>
                    </a:cubicBezTo>
                    <a:moveTo>
                      <a:pt x="534" y="24"/>
                    </a:moveTo>
                    <a:cubicBezTo>
                      <a:pt x="534" y="24"/>
                      <a:pt x="534" y="24"/>
                      <a:pt x="534" y="24"/>
                    </a:cubicBezTo>
                    <a:cubicBezTo>
                      <a:pt x="534" y="24"/>
                      <a:pt x="534" y="24"/>
                      <a:pt x="534" y="24"/>
                    </a:cubicBezTo>
                    <a:moveTo>
                      <a:pt x="534" y="23"/>
                    </a:moveTo>
                    <a:cubicBezTo>
                      <a:pt x="534" y="23"/>
                      <a:pt x="534" y="23"/>
                      <a:pt x="534" y="23"/>
                    </a:cubicBezTo>
                    <a:cubicBezTo>
                      <a:pt x="534" y="23"/>
                      <a:pt x="534" y="23"/>
                      <a:pt x="534" y="23"/>
                    </a:cubicBezTo>
                    <a:moveTo>
                      <a:pt x="534" y="21"/>
                    </a:moveTo>
                    <a:cubicBezTo>
                      <a:pt x="534" y="21"/>
                      <a:pt x="534" y="21"/>
                      <a:pt x="534" y="22"/>
                    </a:cubicBezTo>
                    <a:cubicBezTo>
                      <a:pt x="534" y="21"/>
                      <a:pt x="534" y="21"/>
                      <a:pt x="534" y="21"/>
                    </a:cubicBezTo>
                    <a:moveTo>
                      <a:pt x="534" y="20"/>
                    </a:moveTo>
                    <a:cubicBezTo>
                      <a:pt x="534" y="20"/>
                      <a:pt x="534" y="20"/>
                      <a:pt x="534" y="21"/>
                    </a:cubicBezTo>
                    <a:cubicBezTo>
                      <a:pt x="534" y="20"/>
                      <a:pt x="534" y="20"/>
                      <a:pt x="534" y="20"/>
                    </a:cubicBezTo>
                    <a:moveTo>
                      <a:pt x="534" y="19"/>
                    </a:moveTo>
                    <a:cubicBezTo>
                      <a:pt x="534" y="19"/>
                      <a:pt x="534" y="19"/>
                      <a:pt x="534" y="20"/>
                    </a:cubicBezTo>
                    <a:cubicBezTo>
                      <a:pt x="534" y="19"/>
                      <a:pt x="534" y="19"/>
                      <a:pt x="534" y="19"/>
                    </a:cubicBezTo>
                    <a:moveTo>
                      <a:pt x="534" y="18"/>
                    </a:moveTo>
                    <a:cubicBezTo>
                      <a:pt x="534" y="18"/>
                      <a:pt x="534" y="18"/>
                      <a:pt x="534" y="19"/>
                    </a:cubicBezTo>
                    <a:cubicBezTo>
                      <a:pt x="534" y="18"/>
                      <a:pt x="534" y="18"/>
                      <a:pt x="534" y="18"/>
                    </a:cubicBezTo>
                    <a:moveTo>
                      <a:pt x="534" y="17"/>
                    </a:moveTo>
                    <a:cubicBezTo>
                      <a:pt x="534" y="17"/>
                      <a:pt x="534" y="17"/>
                      <a:pt x="534" y="18"/>
                    </a:cubicBezTo>
                    <a:cubicBezTo>
                      <a:pt x="534" y="17"/>
                      <a:pt x="534" y="17"/>
                      <a:pt x="534" y="17"/>
                    </a:cubicBezTo>
                    <a:moveTo>
                      <a:pt x="534" y="15"/>
                    </a:moveTo>
                    <a:cubicBezTo>
                      <a:pt x="534" y="15"/>
                      <a:pt x="534" y="15"/>
                      <a:pt x="534" y="15"/>
                    </a:cubicBezTo>
                    <a:cubicBezTo>
                      <a:pt x="534" y="15"/>
                      <a:pt x="534" y="15"/>
                      <a:pt x="534" y="15"/>
                    </a:cubicBezTo>
                    <a:moveTo>
                      <a:pt x="534" y="14"/>
                    </a:moveTo>
                    <a:cubicBezTo>
                      <a:pt x="534" y="14"/>
                      <a:pt x="534" y="14"/>
                      <a:pt x="534" y="14"/>
                    </a:cubicBezTo>
                    <a:cubicBezTo>
                      <a:pt x="534" y="14"/>
                      <a:pt x="534" y="14"/>
                      <a:pt x="534" y="14"/>
                    </a:cubicBezTo>
                    <a:moveTo>
                      <a:pt x="534" y="13"/>
                    </a:moveTo>
                    <a:cubicBezTo>
                      <a:pt x="534" y="13"/>
                      <a:pt x="534" y="13"/>
                      <a:pt x="534" y="13"/>
                    </a:cubicBezTo>
                    <a:cubicBezTo>
                      <a:pt x="534" y="13"/>
                      <a:pt x="534" y="13"/>
                      <a:pt x="534" y="13"/>
                    </a:cubicBezTo>
                    <a:moveTo>
                      <a:pt x="534" y="12"/>
                    </a:moveTo>
                    <a:cubicBezTo>
                      <a:pt x="534" y="12"/>
                      <a:pt x="534" y="12"/>
                      <a:pt x="534" y="12"/>
                    </a:cubicBezTo>
                    <a:cubicBezTo>
                      <a:pt x="534" y="12"/>
                      <a:pt x="534" y="12"/>
                      <a:pt x="534" y="12"/>
                    </a:cubicBezTo>
                    <a:moveTo>
                      <a:pt x="534" y="11"/>
                    </a:moveTo>
                    <a:cubicBezTo>
                      <a:pt x="534" y="11"/>
                      <a:pt x="534" y="11"/>
                      <a:pt x="534" y="11"/>
                    </a:cubicBezTo>
                    <a:cubicBezTo>
                      <a:pt x="534" y="11"/>
                      <a:pt x="534" y="11"/>
                      <a:pt x="534" y="11"/>
                    </a:cubicBezTo>
                    <a:moveTo>
                      <a:pt x="534" y="8"/>
                    </a:moveTo>
                    <a:cubicBezTo>
                      <a:pt x="534" y="8"/>
                      <a:pt x="534" y="8"/>
                      <a:pt x="534" y="8"/>
                    </a:cubicBezTo>
                    <a:cubicBezTo>
                      <a:pt x="534" y="8"/>
                      <a:pt x="534" y="8"/>
                      <a:pt x="534" y="8"/>
                    </a:cubicBezTo>
                    <a:moveTo>
                      <a:pt x="534" y="7"/>
                    </a:moveTo>
                    <a:cubicBezTo>
                      <a:pt x="534" y="7"/>
                      <a:pt x="534" y="8"/>
                      <a:pt x="534" y="8"/>
                    </a:cubicBezTo>
                    <a:cubicBezTo>
                      <a:pt x="534" y="8"/>
                      <a:pt x="534" y="7"/>
                      <a:pt x="534" y="7"/>
                    </a:cubicBezTo>
                    <a:moveTo>
                      <a:pt x="534" y="6"/>
                    </a:moveTo>
                    <a:cubicBezTo>
                      <a:pt x="534" y="6"/>
                      <a:pt x="534" y="7"/>
                      <a:pt x="534" y="7"/>
                    </a:cubicBezTo>
                    <a:cubicBezTo>
                      <a:pt x="534" y="7"/>
                      <a:pt x="534" y="7"/>
                      <a:pt x="534" y="6"/>
                    </a:cubicBezTo>
                    <a:moveTo>
                      <a:pt x="534" y="6"/>
                    </a:moveTo>
                    <a:cubicBezTo>
                      <a:pt x="534" y="6"/>
                      <a:pt x="534" y="6"/>
                      <a:pt x="534" y="6"/>
                    </a:cubicBezTo>
                    <a:cubicBezTo>
                      <a:pt x="534" y="6"/>
                      <a:pt x="534" y="6"/>
                      <a:pt x="534" y="6"/>
                    </a:cubicBezTo>
                    <a:moveTo>
                      <a:pt x="534" y="2"/>
                    </a:moveTo>
                    <a:cubicBezTo>
                      <a:pt x="534" y="2"/>
                      <a:pt x="534" y="2"/>
                      <a:pt x="534" y="2"/>
                    </a:cubicBezTo>
                    <a:cubicBezTo>
                      <a:pt x="534" y="2"/>
                      <a:pt x="534" y="2"/>
                      <a:pt x="534" y="2"/>
                    </a:cubicBezTo>
                    <a:moveTo>
                      <a:pt x="534" y="1"/>
                    </a:moveTo>
                    <a:cubicBezTo>
                      <a:pt x="534" y="1"/>
                      <a:pt x="534" y="1"/>
                      <a:pt x="534" y="1"/>
                    </a:cubicBezTo>
                    <a:cubicBezTo>
                      <a:pt x="534" y="1"/>
                      <a:pt x="534" y="1"/>
                      <a:pt x="534" y="1"/>
                    </a:cubicBezTo>
                    <a:moveTo>
                      <a:pt x="534" y="0"/>
                    </a:moveTo>
                    <a:cubicBezTo>
                      <a:pt x="534" y="0"/>
                      <a:pt x="534" y="0"/>
                      <a:pt x="534" y="0"/>
                    </a:cubicBezTo>
                    <a:cubicBezTo>
                      <a:pt x="534" y="0"/>
                      <a:pt x="534" y="0"/>
                      <a:pt x="534" y="0"/>
                    </a:cubicBezTo>
                  </a:path>
                </a:pathLst>
              </a:custGeom>
              <a:solidFill>
                <a:srgbClr val="FDC8D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7"/>
              <p:cNvSpPr/>
              <p:nvPr/>
            </p:nvSpPr>
            <p:spPr>
              <a:xfrm>
                <a:off x="5323141" y="641310"/>
                <a:ext cx="931466" cy="1634964"/>
              </a:xfrm>
              <a:custGeom>
                <a:rect b="b" l="l" r="r" t="t"/>
                <a:pathLst>
                  <a:path extrusionOk="0" h="1061" w="605">
                    <a:moveTo>
                      <a:pt x="317" y="0"/>
                    </a:moveTo>
                    <a:cubicBezTo>
                      <a:pt x="415" y="91"/>
                      <a:pt x="487" y="246"/>
                      <a:pt x="477" y="483"/>
                    </a:cubicBezTo>
                    <a:cubicBezTo>
                      <a:pt x="461" y="829"/>
                      <a:pt x="223" y="980"/>
                      <a:pt x="48" y="980"/>
                    </a:cubicBezTo>
                    <a:cubicBezTo>
                      <a:pt x="32" y="980"/>
                      <a:pt x="15" y="979"/>
                      <a:pt x="0" y="976"/>
                    </a:cubicBezTo>
                    <a:cubicBezTo>
                      <a:pt x="17" y="1001"/>
                      <a:pt x="40" y="1023"/>
                      <a:pt x="71" y="1038"/>
                    </a:cubicBezTo>
                    <a:cubicBezTo>
                      <a:pt x="71" y="1038"/>
                      <a:pt x="71" y="1038"/>
                      <a:pt x="71" y="1038"/>
                    </a:cubicBezTo>
                    <a:cubicBezTo>
                      <a:pt x="71" y="1038"/>
                      <a:pt x="72" y="1038"/>
                      <a:pt x="72" y="1038"/>
                    </a:cubicBezTo>
                    <a:cubicBezTo>
                      <a:pt x="72" y="1038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3" y="1039"/>
                      <a:pt x="73" y="1039"/>
                      <a:pt x="73" y="1039"/>
                    </a:cubicBezTo>
                    <a:cubicBezTo>
                      <a:pt x="73" y="1039"/>
                      <a:pt x="73" y="1039"/>
                      <a:pt x="73" y="1039"/>
                    </a:cubicBezTo>
                    <a:cubicBezTo>
                      <a:pt x="102" y="1053"/>
                      <a:pt x="137" y="1061"/>
                      <a:pt x="176" y="1061"/>
                    </a:cubicBezTo>
                    <a:cubicBezTo>
                      <a:pt x="350" y="1061"/>
                      <a:pt x="588" y="910"/>
                      <a:pt x="604" y="564"/>
                    </a:cubicBezTo>
                    <a:cubicBezTo>
                      <a:pt x="604" y="564"/>
                      <a:pt x="604" y="564"/>
                      <a:pt x="604" y="564"/>
                    </a:cubicBezTo>
                    <a:cubicBezTo>
                      <a:pt x="604" y="564"/>
                      <a:pt x="604" y="563"/>
                      <a:pt x="604" y="563"/>
                    </a:cubicBezTo>
                    <a:cubicBezTo>
                      <a:pt x="604" y="563"/>
                      <a:pt x="604" y="563"/>
                      <a:pt x="604" y="562"/>
                    </a:cubicBezTo>
                    <a:cubicBezTo>
                      <a:pt x="604" y="562"/>
                      <a:pt x="604" y="562"/>
                      <a:pt x="604" y="562"/>
                    </a:cubicBezTo>
                    <a:cubicBezTo>
                      <a:pt x="604" y="562"/>
                      <a:pt x="604" y="561"/>
                      <a:pt x="604" y="561"/>
                    </a:cubicBezTo>
                    <a:cubicBezTo>
                      <a:pt x="604" y="561"/>
                      <a:pt x="604" y="561"/>
                      <a:pt x="604" y="561"/>
                    </a:cubicBezTo>
                    <a:cubicBezTo>
                      <a:pt x="604" y="561"/>
                      <a:pt x="604" y="560"/>
                      <a:pt x="604" y="560"/>
                    </a:cubicBezTo>
                    <a:cubicBezTo>
                      <a:pt x="604" y="560"/>
                      <a:pt x="604" y="560"/>
                      <a:pt x="604" y="560"/>
                    </a:cubicBezTo>
                    <a:cubicBezTo>
                      <a:pt x="604" y="559"/>
                      <a:pt x="604" y="559"/>
                      <a:pt x="604" y="559"/>
                    </a:cubicBezTo>
                    <a:cubicBezTo>
                      <a:pt x="605" y="559"/>
                      <a:pt x="605" y="559"/>
                      <a:pt x="605" y="558"/>
                    </a:cubicBezTo>
                    <a:cubicBezTo>
                      <a:pt x="605" y="558"/>
                      <a:pt x="605" y="558"/>
                      <a:pt x="605" y="558"/>
                    </a:cubicBezTo>
                    <a:cubicBezTo>
                      <a:pt x="605" y="558"/>
                      <a:pt x="605" y="557"/>
                      <a:pt x="605" y="557"/>
                    </a:cubicBezTo>
                    <a:cubicBezTo>
                      <a:pt x="605" y="557"/>
                      <a:pt x="605" y="557"/>
                      <a:pt x="605" y="557"/>
                    </a:cubicBezTo>
                    <a:cubicBezTo>
                      <a:pt x="605" y="557"/>
                      <a:pt x="605" y="556"/>
                      <a:pt x="605" y="556"/>
                    </a:cubicBezTo>
                    <a:cubicBezTo>
                      <a:pt x="605" y="556"/>
                      <a:pt x="605" y="556"/>
                      <a:pt x="605" y="556"/>
                    </a:cubicBezTo>
                    <a:cubicBezTo>
                      <a:pt x="605" y="555"/>
                      <a:pt x="605" y="555"/>
                      <a:pt x="605" y="555"/>
                    </a:cubicBezTo>
                    <a:cubicBezTo>
                      <a:pt x="605" y="555"/>
                      <a:pt x="605" y="555"/>
                      <a:pt x="605" y="554"/>
                    </a:cubicBezTo>
                    <a:cubicBezTo>
                      <a:pt x="605" y="554"/>
                      <a:pt x="605" y="554"/>
                      <a:pt x="605" y="554"/>
                    </a:cubicBezTo>
                    <a:cubicBezTo>
                      <a:pt x="605" y="554"/>
                      <a:pt x="605" y="554"/>
                      <a:pt x="605" y="553"/>
                    </a:cubicBezTo>
                    <a:cubicBezTo>
                      <a:pt x="605" y="553"/>
                      <a:pt x="605" y="553"/>
                      <a:pt x="605" y="553"/>
                    </a:cubicBezTo>
                    <a:cubicBezTo>
                      <a:pt x="605" y="553"/>
                      <a:pt x="605" y="553"/>
                      <a:pt x="605" y="552"/>
                    </a:cubicBezTo>
                    <a:cubicBezTo>
                      <a:pt x="605" y="552"/>
                      <a:pt x="605" y="552"/>
                      <a:pt x="605" y="552"/>
                    </a:cubicBezTo>
                    <a:cubicBezTo>
                      <a:pt x="605" y="551"/>
                      <a:pt x="605" y="551"/>
                      <a:pt x="605" y="551"/>
                    </a:cubicBezTo>
                    <a:cubicBezTo>
                      <a:pt x="605" y="551"/>
                      <a:pt x="605" y="551"/>
                      <a:pt x="605" y="550"/>
                    </a:cubicBezTo>
                    <a:cubicBezTo>
                      <a:pt x="605" y="550"/>
                      <a:pt x="605" y="550"/>
                      <a:pt x="605" y="550"/>
                    </a:cubicBezTo>
                    <a:cubicBezTo>
                      <a:pt x="605" y="550"/>
                      <a:pt x="605" y="549"/>
                      <a:pt x="605" y="549"/>
                    </a:cubicBezTo>
                    <a:cubicBezTo>
                      <a:pt x="605" y="549"/>
                      <a:pt x="605" y="549"/>
                      <a:pt x="605" y="549"/>
                    </a:cubicBezTo>
                    <a:cubicBezTo>
                      <a:pt x="605" y="549"/>
                      <a:pt x="605" y="548"/>
                      <a:pt x="605" y="548"/>
                    </a:cubicBezTo>
                    <a:cubicBezTo>
                      <a:pt x="605" y="548"/>
                      <a:pt x="605" y="548"/>
                      <a:pt x="605" y="548"/>
                    </a:cubicBezTo>
                    <a:cubicBezTo>
                      <a:pt x="605" y="548"/>
                      <a:pt x="605" y="547"/>
                      <a:pt x="605" y="547"/>
                    </a:cubicBezTo>
                    <a:cubicBezTo>
                      <a:pt x="605" y="547"/>
                      <a:pt x="605" y="547"/>
                      <a:pt x="605" y="547"/>
                    </a:cubicBezTo>
                    <a:cubicBezTo>
                      <a:pt x="605" y="546"/>
                      <a:pt x="605" y="546"/>
                      <a:pt x="605" y="546"/>
                    </a:cubicBezTo>
                    <a:cubicBezTo>
                      <a:pt x="605" y="546"/>
                      <a:pt x="605" y="546"/>
                      <a:pt x="605" y="546"/>
                    </a:cubicBezTo>
                    <a:cubicBezTo>
                      <a:pt x="605" y="545"/>
                      <a:pt x="605" y="545"/>
                      <a:pt x="605" y="545"/>
                    </a:cubicBezTo>
                    <a:cubicBezTo>
                      <a:pt x="605" y="545"/>
                      <a:pt x="605" y="545"/>
                      <a:pt x="605" y="545"/>
                    </a:cubicBezTo>
                    <a:cubicBezTo>
                      <a:pt x="605" y="544"/>
                      <a:pt x="605" y="544"/>
                      <a:pt x="605" y="544"/>
                    </a:cubicBezTo>
                    <a:cubicBezTo>
                      <a:pt x="605" y="543"/>
                      <a:pt x="605" y="543"/>
                      <a:pt x="605" y="543"/>
                    </a:cubicBezTo>
                    <a:cubicBezTo>
                      <a:pt x="605" y="543"/>
                      <a:pt x="605" y="543"/>
                      <a:pt x="605" y="542"/>
                    </a:cubicBezTo>
                    <a:cubicBezTo>
                      <a:pt x="605" y="542"/>
                      <a:pt x="605" y="542"/>
                      <a:pt x="605" y="542"/>
                    </a:cubicBezTo>
                    <a:cubicBezTo>
                      <a:pt x="605" y="542"/>
                      <a:pt x="605" y="542"/>
                      <a:pt x="605" y="541"/>
                    </a:cubicBezTo>
                    <a:cubicBezTo>
                      <a:pt x="605" y="541"/>
                      <a:pt x="605" y="541"/>
                      <a:pt x="605" y="541"/>
                    </a:cubicBezTo>
                    <a:cubicBezTo>
                      <a:pt x="605" y="541"/>
                      <a:pt x="605" y="541"/>
                      <a:pt x="605" y="540"/>
                    </a:cubicBezTo>
                    <a:cubicBezTo>
                      <a:pt x="605" y="540"/>
                      <a:pt x="605" y="540"/>
                      <a:pt x="605" y="540"/>
                    </a:cubicBezTo>
                    <a:cubicBezTo>
                      <a:pt x="605" y="540"/>
                      <a:pt x="605" y="539"/>
                      <a:pt x="605" y="539"/>
                    </a:cubicBezTo>
                    <a:cubicBezTo>
                      <a:pt x="605" y="539"/>
                      <a:pt x="605" y="539"/>
                      <a:pt x="605" y="539"/>
                    </a:cubicBezTo>
                    <a:cubicBezTo>
                      <a:pt x="605" y="539"/>
                      <a:pt x="605" y="538"/>
                      <a:pt x="605" y="538"/>
                    </a:cubicBezTo>
                    <a:cubicBezTo>
                      <a:pt x="605" y="538"/>
                      <a:pt x="605" y="538"/>
                      <a:pt x="605" y="538"/>
                    </a:cubicBezTo>
                    <a:cubicBezTo>
                      <a:pt x="605" y="537"/>
                      <a:pt x="605" y="537"/>
                      <a:pt x="605" y="537"/>
                    </a:cubicBezTo>
                    <a:cubicBezTo>
                      <a:pt x="605" y="537"/>
                      <a:pt x="605" y="537"/>
                      <a:pt x="605" y="536"/>
                    </a:cubicBezTo>
                    <a:cubicBezTo>
                      <a:pt x="605" y="536"/>
                      <a:pt x="605" y="536"/>
                      <a:pt x="605" y="536"/>
                    </a:cubicBezTo>
                    <a:cubicBezTo>
                      <a:pt x="605" y="536"/>
                      <a:pt x="605" y="535"/>
                      <a:pt x="605" y="535"/>
                    </a:cubicBezTo>
                    <a:cubicBezTo>
                      <a:pt x="605" y="535"/>
                      <a:pt x="605" y="535"/>
                      <a:pt x="605" y="535"/>
                    </a:cubicBezTo>
                    <a:cubicBezTo>
                      <a:pt x="605" y="535"/>
                      <a:pt x="605" y="534"/>
                      <a:pt x="605" y="534"/>
                    </a:cubicBezTo>
                    <a:cubicBezTo>
                      <a:pt x="605" y="534"/>
                      <a:pt x="605" y="534"/>
                      <a:pt x="605" y="534"/>
                    </a:cubicBezTo>
                    <a:cubicBezTo>
                      <a:pt x="605" y="534"/>
                      <a:pt x="605" y="533"/>
                      <a:pt x="605" y="533"/>
                    </a:cubicBezTo>
                    <a:cubicBezTo>
                      <a:pt x="605" y="533"/>
                      <a:pt x="605" y="533"/>
                      <a:pt x="605" y="533"/>
                    </a:cubicBezTo>
                    <a:cubicBezTo>
                      <a:pt x="605" y="532"/>
                      <a:pt x="605" y="532"/>
                      <a:pt x="605" y="532"/>
                    </a:cubicBezTo>
                    <a:cubicBezTo>
                      <a:pt x="605" y="532"/>
                      <a:pt x="605" y="532"/>
                      <a:pt x="605" y="531"/>
                    </a:cubicBezTo>
                    <a:cubicBezTo>
                      <a:pt x="605" y="531"/>
                      <a:pt x="605" y="531"/>
                      <a:pt x="605" y="531"/>
                    </a:cubicBezTo>
                    <a:cubicBezTo>
                      <a:pt x="605" y="531"/>
                      <a:pt x="605" y="530"/>
                      <a:pt x="605" y="530"/>
                    </a:cubicBezTo>
                    <a:cubicBezTo>
                      <a:pt x="605" y="530"/>
                      <a:pt x="605" y="530"/>
                      <a:pt x="605" y="530"/>
                    </a:cubicBezTo>
                    <a:cubicBezTo>
                      <a:pt x="605" y="530"/>
                      <a:pt x="605" y="529"/>
                      <a:pt x="605" y="529"/>
                    </a:cubicBezTo>
                    <a:cubicBezTo>
                      <a:pt x="605" y="529"/>
                      <a:pt x="605" y="529"/>
                      <a:pt x="605" y="529"/>
                    </a:cubicBezTo>
                    <a:cubicBezTo>
                      <a:pt x="605" y="529"/>
                      <a:pt x="605" y="528"/>
                      <a:pt x="605" y="528"/>
                    </a:cubicBezTo>
                    <a:cubicBezTo>
                      <a:pt x="605" y="528"/>
                      <a:pt x="605" y="528"/>
                      <a:pt x="605" y="528"/>
                    </a:cubicBezTo>
                    <a:cubicBezTo>
                      <a:pt x="605" y="527"/>
                      <a:pt x="605" y="527"/>
                      <a:pt x="605" y="527"/>
                    </a:cubicBezTo>
                    <a:cubicBezTo>
                      <a:pt x="605" y="527"/>
                      <a:pt x="605" y="527"/>
                      <a:pt x="605" y="527"/>
                    </a:cubicBezTo>
                    <a:cubicBezTo>
                      <a:pt x="605" y="526"/>
                      <a:pt x="605" y="526"/>
                      <a:pt x="605" y="526"/>
                    </a:cubicBezTo>
                    <a:cubicBezTo>
                      <a:pt x="605" y="526"/>
                      <a:pt x="605" y="526"/>
                      <a:pt x="605" y="526"/>
                    </a:cubicBezTo>
                    <a:cubicBezTo>
                      <a:pt x="605" y="525"/>
                      <a:pt x="605" y="525"/>
                      <a:pt x="605" y="525"/>
                    </a:cubicBezTo>
                    <a:cubicBezTo>
                      <a:pt x="605" y="524"/>
                      <a:pt x="605" y="524"/>
                      <a:pt x="605" y="524"/>
                    </a:cubicBezTo>
                    <a:cubicBezTo>
                      <a:pt x="605" y="524"/>
                      <a:pt x="605" y="524"/>
                      <a:pt x="605" y="524"/>
                    </a:cubicBezTo>
                    <a:cubicBezTo>
                      <a:pt x="605" y="523"/>
                      <a:pt x="605" y="523"/>
                      <a:pt x="605" y="523"/>
                    </a:cubicBezTo>
                    <a:cubicBezTo>
                      <a:pt x="605" y="523"/>
                      <a:pt x="605" y="523"/>
                      <a:pt x="605" y="523"/>
                    </a:cubicBezTo>
                    <a:cubicBezTo>
                      <a:pt x="605" y="522"/>
                      <a:pt x="605" y="522"/>
                      <a:pt x="605" y="522"/>
                    </a:cubicBezTo>
                    <a:cubicBezTo>
                      <a:pt x="605" y="522"/>
                      <a:pt x="605" y="522"/>
                      <a:pt x="605" y="522"/>
                    </a:cubicBezTo>
                    <a:cubicBezTo>
                      <a:pt x="605" y="521"/>
                      <a:pt x="605" y="521"/>
                      <a:pt x="605" y="521"/>
                    </a:cubicBezTo>
                    <a:cubicBezTo>
                      <a:pt x="605" y="521"/>
                      <a:pt x="605" y="521"/>
                      <a:pt x="605" y="520"/>
                    </a:cubicBezTo>
                    <a:cubicBezTo>
                      <a:pt x="605" y="520"/>
                      <a:pt x="605" y="520"/>
                      <a:pt x="605" y="520"/>
                    </a:cubicBezTo>
                    <a:cubicBezTo>
                      <a:pt x="605" y="520"/>
                      <a:pt x="605" y="520"/>
                      <a:pt x="605" y="519"/>
                    </a:cubicBezTo>
                    <a:cubicBezTo>
                      <a:pt x="605" y="519"/>
                      <a:pt x="605" y="519"/>
                      <a:pt x="605" y="519"/>
                    </a:cubicBezTo>
                    <a:cubicBezTo>
                      <a:pt x="605" y="519"/>
                      <a:pt x="605" y="518"/>
                      <a:pt x="605" y="518"/>
                    </a:cubicBezTo>
                    <a:cubicBezTo>
                      <a:pt x="605" y="518"/>
                      <a:pt x="605" y="518"/>
                      <a:pt x="605" y="518"/>
                    </a:cubicBezTo>
                    <a:cubicBezTo>
                      <a:pt x="605" y="517"/>
                      <a:pt x="605" y="517"/>
                      <a:pt x="605" y="517"/>
                    </a:cubicBezTo>
                    <a:cubicBezTo>
                      <a:pt x="605" y="517"/>
                      <a:pt x="605" y="517"/>
                      <a:pt x="605" y="517"/>
                    </a:cubicBezTo>
                    <a:cubicBezTo>
                      <a:pt x="605" y="516"/>
                      <a:pt x="605" y="516"/>
                      <a:pt x="605" y="516"/>
                    </a:cubicBezTo>
                    <a:cubicBezTo>
                      <a:pt x="605" y="516"/>
                      <a:pt x="605" y="516"/>
                      <a:pt x="605" y="516"/>
                    </a:cubicBezTo>
                    <a:cubicBezTo>
                      <a:pt x="605" y="515"/>
                      <a:pt x="605" y="515"/>
                      <a:pt x="605" y="515"/>
                    </a:cubicBezTo>
                    <a:cubicBezTo>
                      <a:pt x="605" y="515"/>
                      <a:pt x="605" y="515"/>
                      <a:pt x="605" y="515"/>
                    </a:cubicBezTo>
                    <a:cubicBezTo>
                      <a:pt x="605" y="514"/>
                      <a:pt x="605" y="514"/>
                      <a:pt x="605" y="514"/>
                    </a:cubicBezTo>
                    <a:cubicBezTo>
                      <a:pt x="605" y="514"/>
                      <a:pt x="605" y="514"/>
                      <a:pt x="605" y="513"/>
                    </a:cubicBezTo>
                    <a:cubicBezTo>
                      <a:pt x="605" y="513"/>
                      <a:pt x="605" y="513"/>
                      <a:pt x="605" y="513"/>
                    </a:cubicBezTo>
                    <a:cubicBezTo>
                      <a:pt x="605" y="513"/>
                      <a:pt x="605" y="512"/>
                      <a:pt x="605" y="512"/>
                    </a:cubicBezTo>
                    <a:cubicBezTo>
                      <a:pt x="605" y="512"/>
                      <a:pt x="605" y="512"/>
                      <a:pt x="605" y="512"/>
                    </a:cubicBezTo>
                    <a:cubicBezTo>
                      <a:pt x="605" y="511"/>
                      <a:pt x="605" y="511"/>
                      <a:pt x="605" y="511"/>
                    </a:cubicBezTo>
                    <a:cubicBezTo>
                      <a:pt x="605" y="511"/>
                      <a:pt x="605" y="511"/>
                      <a:pt x="605" y="511"/>
                    </a:cubicBezTo>
                    <a:cubicBezTo>
                      <a:pt x="605" y="510"/>
                      <a:pt x="605" y="510"/>
                      <a:pt x="605" y="510"/>
                    </a:cubicBezTo>
                    <a:cubicBezTo>
                      <a:pt x="605" y="510"/>
                      <a:pt x="605" y="510"/>
                      <a:pt x="605" y="510"/>
                    </a:cubicBezTo>
                    <a:cubicBezTo>
                      <a:pt x="605" y="509"/>
                      <a:pt x="605" y="509"/>
                      <a:pt x="605" y="509"/>
                    </a:cubicBezTo>
                    <a:cubicBezTo>
                      <a:pt x="605" y="509"/>
                      <a:pt x="605" y="509"/>
                      <a:pt x="605" y="509"/>
                    </a:cubicBezTo>
                    <a:cubicBezTo>
                      <a:pt x="605" y="508"/>
                      <a:pt x="605" y="508"/>
                      <a:pt x="605" y="508"/>
                    </a:cubicBezTo>
                    <a:cubicBezTo>
                      <a:pt x="605" y="508"/>
                      <a:pt x="605" y="508"/>
                      <a:pt x="605" y="508"/>
                    </a:cubicBezTo>
                    <a:cubicBezTo>
                      <a:pt x="605" y="507"/>
                      <a:pt x="605" y="507"/>
                      <a:pt x="605" y="507"/>
                    </a:cubicBezTo>
                    <a:cubicBezTo>
                      <a:pt x="605" y="507"/>
                      <a:pt x="605" y="507"/>
                      <a:pt x="605" y="507"/>
                    </a:cubicBezTo>
                    <a:cubicBezTo>
                      <a:pt x="605" y="506"/>
                      <a:pt x="605" y="506"/>
                      <a:pt x="605" y="506"/>
                    </a:cubicBezTo>
                    <a:cubicBezTo>
                      <a:pt x="605" y="505"/>
                      <a:pt x="605" y="505"/>
                      <a:pt x="605" y="505"/>
                    </a:cubicBezTo>
                    <a:cubicBezTo>
                      <a:pt x="605" y="505"/>
                      <a:pt x="605" y="505"/>
                      <a:pt x="605" y="505"/>
                    </a:cubicBezTo>
                    <a:cubicBezTo>
                      <a:pt x="605" y="504"/>
                      <a:pt x="605" y="504"/>
                      <a:pt x="605" y="504"/>
                    </a:cubicBezTo>
                    <a:cubicBezTo>
                      <a:pt x="605" y="504"/>
                      <a:pt x="605" y="504"/>
                      <a:pt x="605" y="504"/>
                    </a:cubicBezTo>
                    <a:cubicBezTo>
                      <a:pt x="605" y="503"/>
                      <a:pt x="605" y="503"/>
                      <a:pt x="605" y="503"/>
                    </a:cubicBezTo>
                    <a:cubicBezTo>
                      <a:pt x="605" y="503"/>
                      <a:pt x="605" y="503"/>
                      <a:pt x="605" y="503"/>
                    </a:cubicBezTo>
                    <a:cubicBezTo>
                      <a:pt x="605" y="502"/>
                      <a:pt x="605" y="502"/>
                      <a:pt x="605" y="502"/>
                    </a:cubicBezTo>
                    <a:cubicBezTo>
                      <a:pt x="605" y="502"/>
                      <a:pt x="605" y="502"/>
                      <a:pt x="605" y="502"/>
                    </a:cubicBezTo>
                    <a:cubicBezTo>
                      <a:pt x="605" y="501"/>
                      <a:pt x="605" y="501"/>
                      <a:pt x="605" y="501"/>
                    </a:cubicBezTo>
                    <a:cubicBezTo>
                      <a:pt x="605" y="500"/>
                      <a:pt x="605" y="500"/>
                      <a:pt x="605" y="499"/>
                    </a:cubicBezTo>
                    <a:cubicBezTo>
                      <a:pt x="605" y="499"/>
                      <a:pt x="605" y="499"/>
                      <a:pt x="605" y="499"/>
                    </a:cubicBezTo>
                    <a:cubicBezTo>
                      <a:pt x="605" y="498"/>
                      <a:pt x="605" y="498"/>
                      <a:pt x="605" y="498"/>
                    </a:cubicBezTo>
                    <a:cubicBezTo>
                      <a:pt x="605" y="498"/>
                      <a:pt x="605" y="498"/>
                      <a:pt x="605" y="498"/>
                    </a:cubicBezTo>
                    <a:cubicBezTo>
                      <a:pt x="605" y="497"/>
                      <a:pt x="605" y="497"/>
                      <a:pt x="605" y="497"/>
                    </a:cubicBezTo>
                    <a:cubicBezTo>
                      <a:pt x="605" y="497"/>
                      <a:pt x="605" y="497"/>
                      <a:pt x="605" y="497"/>
                    </a:cubicBezTo>
                    <a:cubicBezTo>
                      <a:pt x="605" y="497"/>
                      <a:pt x="605" y="496"/>
                      <a:pt x="605" y="496"/>
                    </a:cubicBezTo>
                    <a:cubicBezTo>
                      <a:pt x="605" y="496"/>
                      <a:pt x="605" y="496"/>
                      <a:pt x="605" y="496"/>
                    </a:cubicBezTo>
                    <a:cubicBezTo>
                      <a:pt x="605" y="496"/>
                      <a:pt x="605" y="495"/>
                      <a:pt x="605" y="495"/>
                    </a:cubicBezTo>
                    <a:cubicBezTo>
                      <a:pt x="605" y="495"/>
                      <a:pt x="605" y="495"/>
                      <a:pt x="605" y="495"/>
                    </a:cubicBezTo>
                    <a:cubicBezTo>
                      <a:pt x="605" y="494"/>
                      <a:pt x="605" y="493"/>
                      <a:pt x="605" y="492"/>
                    </a:cubicBezTo>
                    <a:cubicBezTo>
                      <a:pt x="605" y="492"/>
                      <a:pt x="605" y="492"/>
                      <a:pt x="605" y="492"/>
                    </a:cubicBezTo>
                    <a:cubicBezTo>
                      <a:pt x="605" y="492"/>
                      <a:pt x="605" y="492"/>
                      <a:pt x="605" y="492"/>
                    </a:cubicBezTo>
                    <a:cubicBezTo>
                      <a:pt x="605" y="492"/>
                      <a:pt x="605" y="491"/>
                      <a:pt x="605" y="491"/>
                    </a:cubicBezTo>
                    <a:cubicBezTo>
                      <a:pt x="605" y="491"/>
                      <a:pt x="605" y="491"/>
                      <a:pt x="605" y="491"/>
                    </a:cubicBezTo>
                    <a:cubicBezTo>
                      <a:pt x="605" y="491"/>
                      <a:pt x="605" y="490"/>
                      <a:pt x="605" y="490"/>
                    </a:cubicBezTo>
                    <a:cubicBezTo>
                      <a:pt x="605" y="490"/>
                      <a:pt x="605" y="490"/>
                      <a:pt x="605" y="490"/>
                    </a:cubicBezTo>
                    <a:cubicBezTo>
                      <a:pt x="605" y="490"/>
                      <a:pt x="605" y="490"/>
                      <a:pt x="605" y="490"/>
                    </a:cubicBezTo>
                    <a:cubicBezTo>
                      <a:pt x="605" y="488"/>
                      <a:pt x="605" y="487"/>
                      <a:pt x="605" y="486"/>
                    </a:cubicBezTo>
                    <a:cubicBezTo>
                      <a:pt x="605" y="486"/>
                      <a:pt x="605" y="486"/>
                      <a:pt x="605" y="486"/>
                    </a:cubicBezTo>
                    <a:cubicBezTo>
                      <a:pt x="605" y="486"/>
                      <a:pt x="605" y="486"/>
                      <a:pt x="605" y="485"/>
                    </a:cubicBezTo>
                    <a:cubicBezTo>
                      <a:pt x="605" y="485"/>
                      <a:pt x="605" y="485"/>
                      <a:pt x="605" y="485"/>
                    </a:cubicBezTo>
                    <a:cubicBezTo>
                      <a:pt x="605" y="485"/>
                      <a:pt x="605" y="485"/>
                      <a:pt x="605" y="484"/>
                    </a:cubicBezTo>
                    <a:cubicBezTo>
                      <a:pt x="605" y="484"/>
                      <a:pt x="605" y="484"/>
                      <a:pt x="605" y="484"/>
                    </a:cubicBezTo>
                    <a:cubicBezTo>
                      <a:pt x="595" y="203"/>
                      <a:pt x="458" y="54"/>
                      <a:pt x="317" y="0"/>
                    </a:cubicBezTo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7"/>
              <p:cNvSpPr/>
              <p:nvPr/>
            </p:nvSpPr>
            <p:spPr>
              <a:xfrm>
                <a:off x="5302974" y="680387"/>
                <a:ext cx="379392" cy="378173"/>
              </a:xfrm>
              <a:custGeom>
                <a:rect b="b" l="l" r="r" t="t"/>
                <a:pathLst>
                  <a:path extrusionOk="0" h="245" w="246">
                    <a:moveTo>
                      <a:pt x="148" y="0"/>
                    </a:moveTo>
                    <a:cubicBezTo>
                      <a:pt x="106" y="0"/>
                      <a:pt x="62" y="26"/>
                      <a:pt x="36" y="71"/>
                    </a:cubicBezTo>
                    <a:cubicBezTo>
                      <a:pt x="0" y="133"/>
                      <a:pt x="13" y="207"/>
                      <a:pt x="65" y="237"/>
                    </a:cubicBezTo>
                    <a:cubicBezTo>
                      <a:pt x="74" y="243"/>
                      <a:pt x="83" y="245"/>
                      <a:pt x="90" y="245"/>
                    </a:cubicBezTo>
                    <a:cubicBezTo>
                      <a:pt x="122" y="245"/>
                      <a:pt x="136" y="196"/>
                      <a:pt x="165" y="146"/>
                    </a:cubicBezTo>
                    <a:cubicBezTo>
                      <a:pt x="201" y="84"/>
                      <a:pt x="246" y="42"/>
                      <a:pt x="195" y="12"/>
                    </a:cubicBezTo>
                    <a:cubicBezTo>
                      <a:pt x="180" y="4"/>
                      <a:pt x="164" y="0"/>
                      <a:pt x="148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7"/>
              <p:cNvSpPr/>
              <p:nvPr/>
            </p:nvSpPr>
            <p:spPr>
              <a:xfrm>
                <a:off x="5364736" y="1253949"/>
                <a:ext cx="313850" cy="398341"/>
              </a:xfrm>
              <a:custGeom>
                <a:rect b="b" l="l" r="r" t="t"/>
                <a:pathLst>
                  <a:path extrusionOk="0" h="258" w="204">
                    <a:moveTo>
                      <a:pt x="96" y="0"/>
                    </a:moveTo>
                    <a:cubicBezTo>
                      <a:pt x="52" y="0"/>
                      <a:pt x="56" y="56"/>
                      <a:pt x="43" y="121"/>
                    </a:cubicBezTo>
                    <a:cubicBezTo>
                      <a:pt x="29" y="191"/>
                      <a:pt x="0" y="245"/>
                      <a:pt x="59" y="256"/>
                    </a:cubicBezTo>
                    <a:cubicBezTo>
                      <a:pt x="65" y="258"/>
                      <a:pt x="71" y="258"/>
                      <a:pt x="77" y="258"/>
                    </a:cubicBezTo>
                    <a:cubicBezTo>
                      <a:pt x="129" y="258"/>
                      <a:pt x="178" y="213"/>
                      <a:pt x="190" y="150"/>
                    </a:cubicBezTo>
                    <a:cubicBezTo>
                      <a:pt x="204" y="80"/>
                      <a:pt x="168" y="13"/>
                      <a:pt x="109" y="2"/>
                    </a:cubicBezTo>
                    <a:cubicBezTo>
                      <a:pt x="104" y="1"/>
                      <a:pt x="100" y="0"/>
                      <a:pt x="96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7"/>
              <p:cNvSpPr/>
              <p:nvPr/>
            </p:nvSpPr>
            <p:spPr>
              <a:xfrm>
                <a:off x="5284068" y="1813644"/>
                <a:ext cx="163857" cy="271024"/>
              </a:xfrm>
              <a:custGeom>
                <a:rect b="b" l="l" r="r" t="t"/>
                <a:pathLst>
                  <a:path extrusionOk="0" h="176" w="106">
                    <a:moveTo>
                      <a:pt x="45" y="0"/>
                    </a:moveTo>
                    <a:cubicBezTo>
                      <a:pt x="44" y="0"/>
                      <a:pt x="42" y="1"/>
                      <a:pt x="40" y="1"/>
                    </a:cubicBezTo>
                    <a:cubicBezTo>
                      <a:pt x="13" y="7"/>
                      <a:pt x="0" y="51"/>
                      <a:pt x="10" y="99"/>
                    </a:cubicBezTo>
                    <a:cubicBezTo>
                      <a:pt x="20" y="143"/>
                      <a:pt x="47" y="176"/>
                      <a:pt x="73" y="176"/>
                    </a:cubicBezTo>
                    <a:cubicBezTo>
                      <a:pt x="75" y="176"/>
                      <a:pt x="77" y="175"/>
                      <a:pt x="79" y="175"/>
                    </a:cubicBezTo>
                    <a:cubicBezTo>
                      <a:pt x="106" y="169"/>
                      <a:pt x="89" y="132"/>
                      <a:pt x="78" y="84"/>
                    </a:cubicBezTo>
                    <a:cubicBezTo>
                      <a:pt x="68" y="39"/>
                      <a:pt x="67" y="0"/>
                      <a:pt x="45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4" name="Google Shape;594;p27"/>
              <p:cNvGrpSpPr/>
              <p:nvPr/>
            </p:nvGrpSpPr>
            <p:grpSpPr>
              <a:xfrm>
                <a:off x="3474451" y="608769"/>
                <a:ext cx="1469183" cy="1985047"/>
                <a:chOff x="2478051" y="2893856"/>
                <a:chExt cx="1469183" cy="1985047"/>
              </a:xfrm>
            </p:grpSpPr>
            <p:sp>
              <p:nvSpPr>
                <p:cNvPr id="595" name="Google Shape;595;p27"/>
                <p:cNvSpPr/>
                <p:nvPr/>
              </p:nvSpPr>
              <p:spPr>
                <a:xfrm>
                  <a:off x="3751831" y="4858734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7"/>
                <p:cNvSpPr/>
                <p:nvPr/>
              </p:nvSpPr>
              <p:spPr>
                <a:xfrm>
                  <a:off x="2478051" y="3368926"/>
                  <a:ext cx="437600" cy="719550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7"/>
                <p:cNvSpPr/>
                <p:nvPr/>
              </p:nvSpPr>
              <p:spPr>
                <a:xfrm>
                  <a:off x="3400203" y="3522882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7"/>
                <p:cNvSpPr/>
                <p:nvPr/>
              </p:nvSpPr>
              <p:spPr>
                <a:xfrm>
                  <a:off x="3430454" y="3646418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27"/>
                <p:cNvSpPr/>
                <p:nvPr/>
              </p:nvSpPr>
              <p:spPr>
                <a:xfrm>
                  <a:off x="3430454" y="3432121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27"/>
                <p:cNvSpPr/>
                <p:nvPr/>
              </p:nvSpPr>
              <p:spPr>
                <a:xfrm>
                  <a:off x="3473309" y="3463636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7"/>
                <p:cNvSpPr/>
                <p:nvPr/>
              </p:nvSpPr>
              <p:spPr>
                <a:xfrm>
                  <a:off x="2706961" y="2893856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7"/>
                <p:cNvSpPr/>
                <p:nvPr/>
              </p:nvSpPr>
              <p:spPr>
                <a:xfrm>
                  <a:off x="2778807" y="2954364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7"/>
                <p:cNvSpPr/>
                <p:nvPr/>
              </p:nvSpPr>
              <p:spPr>
                <a:xfrm>
                  <a:off x="2998123" y="3265725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27"/>
                <p:cNvSpPr/>
                <p:nvPr/>
              </p:nvSpPr>
              <p:spPr>
                <a:xfrm>
                  <a:off x="2990561" y="3256901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27"/>
                <p:cNvSpPr/>
                <p:nvPr/>
              </p:nvSpPr>
              <p:spPr>
                <a:xfrm>
                  <a:off x="3051062" y="3311106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27"/>
                <p:cNvSpPr/>
                <p:nvPr/>
              </p:nvSpPr>
              <p:spPr>
                <a:xfrm>
                  <a:off x="3352306" y="3168661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27"/>
                <p:cNvSpPr/>
                <p:nvPr/>
              </p:nvSpPr>
              <p:spPr>
                <a:xfrm>
                  <a:off x="3352306" y="3181267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27"/>
                <p:cNvSpPr/>
                <p:nvPr/>
              </p:nvSpPr>
              <p:spPr>
                <a:xfrm>
                  <a:off x="3134251" y="3191352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7"/>
                <p:cNvSpPr/>
                <p:nvPr/>
              </p:nvSpPr>
              <p:spPr>
                <a:xfrm>
                  <a:off x="3140553" y="3246817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7"/>
                <p:cNvSpPr/>
                <p:nvPr/>
              </p:nvSpPr>
              <p:spPr>
                <a:xfrm>
                  <a:off x="2969133" y="3301021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7"/>
                <p:cNvSpPr/>
                <p:nvPr/>
              </p:nvSpPr>
              <p:spPr>
                <a:xfrm>
                  <a:off x="2976695" y="3340099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7"/>
                <p:cNvSpPr/>
                <p:nvPr/>
              </p:nvSpPr>
              <p:spPr>
                <a:xfrm>
                  <a:off x="2912413" y="3507755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7"/>
                <p:cNvSpPr/>
                <p:nvPr/>
              </p:nvSpPr>
              <p:spPr>
                <a:xfrm>
                  <a:off x="2926278" y="3522882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27"/>
                <p:cNvSpPr/>
                <p:nvPr/>
              </p:nvSpPr>
              <p:spPr>
                <a:xfrm>
                  <a:off x="2926278" y="3719532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27"/>
                <p:cNvSpPr/>
                <p:nvPr/>
              </p:nvSpPr>
              <p:spPr>
                <a:xfrm>
                  <a:off x="2969133" y="3728356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7"/>
                <p:cNvSpPr/>
                <p:nvPr/>
              </p:nvSpPr>
              <p:spPr>
                <a:xfrm>
                  <a:off x="3005686" y="3928787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7"/>
                <p:cNvSpPr/>
                <p:nvPr/>
              </p:nvSpPr>
              <p:spPr>
                <a:xfrm>
                  <a:off x="3063666" y="3936351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7"/>
                <p:cNvSpPr/>
                <p:nvPr/>
              </p:nvSpPr>
              <p:spPr>
                <a:xfrm>
                  <a:off x="3136772" y="4077535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27"/>
                <p:cNvSpPr/>
                <p:nvPr/>
              </p:nvSpPr>
              <p:spPr>
                <a:xfrm>
                  <a:off x="3184668" y="4083838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27"/>
                <p:cNvSpPr/>
                <p:nvPr/>
              </p:nvSpPr>
              <p:spPr>
                <a:xfrm>
                  <a:off x="3324577" y="4189726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27"/>
                <p:cNvSpPr/>
                <p:nvPr/>
              </p:nvSpPr>
              <p:spPr>
                <a:xfrm>
                  <a:off x="3351046" y="4193508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27"/>
                <p:cNvSpPr/>
                <p:nvPr/>
              </p:nvSpPr>
              <p:spPr>
                <a:xfrm>
                  <a:off x="2621775" y="3605763"/>
                  <a:ext cx="347350" cy="285500"/>
                </a:xfrm>
                <a:custGeom>
                  <a:rect b="b" l="l" r="r" t="t"/>
                  <a:pathLst>
                    <a:path extrusionOk="0" h="208" w="253">
                      <a:moveTo>
                        <a:pt x="241" y="87"/>
                      </a:moveTo>
                      <a:cubicBezTo>
                        <a:pt x="230" y="83"/>
                        <a:pt x="223" y="84"/>
                        <a:pt x="223" y="84"/>
                      </a:cubicBezTo>
                      <a:cubicBezTo>
                        <a:pt x="223" y="94"/>
                        <a:pt x="223" y="94"/>
                        <a:pt x="223" y="94"/>
                      </a:cubicBezTo>
                      <a:cubicBezTo>
                        <a:pt x="223" y="94"/>
                        <a:pt x="215" y="98"/>
                        <a:pt x="209" y="97"/>
                      </a:cubicBezTo>
                      <a:cubicBezTo>
                        <a:pt x="203" y="96"/>
                        <a:pt x="191" y="104"/>
                        <a:pt x="191" y="104"/>
                      </a:cubicBezTo>
                      <a:cubicBezTo>
                        <a:pt x="191" y="104"/>
                        <a:pt x="194" y="120"/>
                        <a:pt x="185" y="117"/>
                      </a:cubicBezTo>
                      <a:cubicBezTo>
                        <a:pt x="175" y="114"/>
                        <a:pt x="165" y="122"/>
                        <a:pt x="165" y="122"/>
                      </a:cubicBezTo>
                      <a:cubicBezTo>
                        <a:pt x="165" y="122"/>
                        <a:pt x="169" y="132"/>
                        <a:pt x="156" y="133"/>
                      </a:cubicBezTo>
                      <a:cubicBezTo>
                        <a:pt x="142" y="134"/>
                        <a:pt x="118" y="147"/>
                        <a:pt x="116" y="147"/>
                      </a:cubicBezTo>
                      <a:cubicBezTo>
                        <a:pt x="114" y="147"/>
                        <a:pt x="88" y="148"/>
                        <a:pt x="94" y="159"/>
                      </a:cubicBezTo>
                      <a:cubicBezTo>
                        <a:pt x="101" y="171"/>
                        <a:pt x="88" y="182"/>
                        <a:pt x="88" y="182"/>
                      </a:cubicBezTo>
                      <a:cubicBezTo>
                        <a:pt x="88" y="182"/>
                        <a:pt x="93" y="187"/>
                        <a:pt x="88" y="191"/>
                      </a:cubicBezTo>
                      <a:cubicBezTo>
                        <a:pt x="83" y="194"/>
                        <a:pt x="71" y="198"/>
                        <a:pt x="70" y="200"/>
                      </a:cubicBezTo>
                      <a:cubicBezTo>
                        <a:pt x="68" y="202"/>
                        <a:pt x="63" y="208"/>
                        <a:pt x="63" y="208"/>
                      </a:cubicBezTo>
                      <a:cubicBezTo>
                        <a:pt x="63" y="208"/>
                        <a:pt x="30" y="139"/>
                        <a:pt x="19" y="118"/>
                      </a:cubicBezTo>
                      <a:cubicBezTo>
                        <a:pt x="9" y="97"/>
                        <a:pt x="0" y="74"/>
                        <a:pt x="0" y="56"/>
                      </a:cubicBezTo>
                      <a:cubicBezTo>
                        <a:pt x="0" y="38"/>
                        <a:pt x="21" y="4"/>
                        <a:pt x="21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2" y="4"/>
                        <a:pt x="46" y="0"/>
                        <a:pt x="51" y="4"/>
                      </a:cubicBezTo>
                      <a:cubicBezTo>
                        <a:pt x="56" y="7"/>
                        <a:pt x="58" y="5"/>
                        <a:pt x="63" y="10"/>
                      </a:cubicBezTo>
                      <a:cubicBezTo>
                        <a:pt x="69" y="15"/>
                        <a:pt x="72" y="30"/>
                        <a:pt x="77" y="30"/>
                      </a:cubicBezTo>
                      <a:cubicBezTo>
                        <a:pt x="83" y="30"/>
                        <a:pt x="102" y="38"/>
                        <a:pt x="102" y="38"/>
                      </a:cubicBezTo>
                      <a:cubicBezTo>
                        <a:pt x="127" y="36"/>
                        <a:pt x="134" y="41"/>
                        <a:pt x="141" y="38"/>
                      </a:cubicBezTo>
                      <a:cubicBezTo>
                        <a:pt x="148" y="35"/>
                        <a:pt x="157" y="39"/>
                        <a:pt x="157" y="39"/>
                      </a:cubicBezTo>
                      <a:cubicBezTo>
                        <a:pt x="169" y="54"/>
                        <a:pt x="169" y="54"/>
                        <a:pt x="169" y="54"/>
                      </a:cubicBezTo>
                      <a:cubicBezTo>
                        <a:pt x="197" y="56"/>
                        <a:pt x="197" y="56"/>
                        <a:pt x="197" y="56"/>
                      </a:cubicBezTo>
                      <a:cubicBezTo>
                        <a:pt x="234" y="56"/>
                        <a:pt x="234" y="56"/>
                        <a:pt x="234" y="56"/>
                      </a:cubicBezTo>
                      <a:cubicBezTo>
                        <a:pt x="234" y="56"/>
                        <a:pt x="253" y="90"/>
                        <a:pt x="241" y="8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" name="Google Shape;623;p27"/>
            <p:cNvGrpSpPr/>
            <p:nvPr/>
          </p:nvGrpSpPr>
          <p:grpSpPr>
            <a:xfrm>
              <a:off x="7352809" y="2839958"/>
              <a:ext cx="1076100" cy="1051200"/>
              <a:chOff x="7519809" y="3694958"/>
              <a:chExt cx="1076100" cy="1051200"/>
            </a:xfrm>
          </p:grpSpPr>
          <p:sp>
            <p:nvSpPr>
              <p:cNvPr id="624" name="Google Shape;624;p27"/>
              <p:cNvSpPr/>
              <p:nvPr/>
            </p:nvSpPr>
            <p:spPr>
              <a:xfrm>
                <a:off x="7735935" y="3733430"/>
                <a:ext cx="244414" cy="888259"/>
              </a:xfrm>
              <a:custGeom>
                <a:rect b="b" l="l" r="r" t="t"/>
                <a:pathLst>
                  <a:path extrusionOk="0" h="557" w="153">
                    <a:moveTo>
                      <a:pt x="0" y="0"/>
                    </a:moveTo>
                    <a:cubicBezTo>
                      <a:pt x="0" y="473"/>
                      <a:pt x="0" y="473"/>
                      <a:pt x="0" y="473"/>
                    </a:cubicBezTo>
                    <a:cubicBezTo>
                      <a:pt x="0" y="519"/>
                      <a:pt x="34" y="557"/>
                      <a:pt x="77" y="557"/>
                    </a:cubicBezTo>
                    <a:cubicBezTo>
                      <a:pt x="119" y="557"/>
                      <a:pt x="153" y="519"/>
                      <a:pt x="153" y="47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7"/>
              <p:cNvSpPr/>
              <p:nvPr/>
            </p:nvSpPr>
            <p:spPr>
              <a:xfrm>
                <a:off x="7793643" y="4335408"/>
                <a:ext cx="12300" cy="13800"/>
              </a:xfrm>
              <a:prstGeom prst="ellipse">
                <a:avLst/>
              </a:prstGeom>
              <a:solidFill>
                <a:srgbClr val="CA204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7"/>
              <p:cNvSpPr/>
              <p:nvPr/>
            </p:nvSpPr>
            <p:spPr>
              <a:xfrm>
                <a:off x="7754040" y="3795665"/>
                <a:ext cx="210468" cy="763788"/>
              </a:xfrm>
              <a:custGeom>
                <a:rect b="b" l="l" r="r" t="t"/>
                <a:pathLst>
                  <a:path extrusionOk="0" h="479" w="132">
                    <a:moveTo>
                      <a:pt x="0" y="0"/>
                    </a:move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46"/>
                      <a:pt x="29" y="479"/>
                      <a:pt x="66" y="479"/>
                    </a:cubicBezTo>
                    <a:cubicBezTo>
                      <a:pt x="102" y="479"/>
                      <a:pt x="132" y="446"/>
                      <a:pt x="132" y="40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7"/>
              <p:cNvSpPr/>
              <p:nvPr/>
            </p:nvSpPr>
            <p:spPr>
              <a:xfrm>
                <a:off x="7857010" y="4621688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E3D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7"/>
              <p:cNvSpPr/>
              <p:nvPr/>
            </p:nvSpPr>
            <p:spPr>
              <a:xfrm>
                <a:off x="7818537" y="3733430"/>
                <a:ext cx="161812" cy="888259"/>
              </a:xfrm>
              <a:custGeom>
                <a:rect b="b" l="l" r="r" t="t"/>
                <a:pathLst>
                  <a:path extrusionOk="0" h="557" w="101">
                    <a:moveTo>
                      <a:pt x="10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1" y="446"/>
                      <a:pt x="91" y="446"/>
                      <a:pt x="91" y="446"/>
                    </a:cubicBezTo>
                    <a:cubicBezTo>
                      <a:pt x="91" y="480"/>
                      <a:pt x="69" y="508"/>
                      <a:pt x="40" y="516"/>
                    </a:cubicBezTo>
                    <a:cubicBezTo>
                      <a:pt x="31" y="533"/>
                      <a:pt x="17" y="546"/>
                      <a:pt x="0" y="552"/>
                    </a:cubicBezTo>
                    <a:cubicBezTo>
                      <a:pt x="7" y="555"/>
                      <a:pt x="16" y="557"/>
                      <a:pt x="24" y="557"/>
                    </a:cubicBezTo>
                    <a:cubicBezTo>
                      <a:pt x="24" y="557"/>
                      <a:pt x="24" y="557"/>
                      <a:pt x="24" y="557"/>
                    </a:cubicBezTo>
                    <a:cubicBezTo>
                      <a:pt x="24" y="557"/>
                      <a:pt x="25" y="557"/>
                      <a:pt x="25" y="557"/>
                    </a:cubicBezTo>
                    <a:cubicBezTo>
                      <a:pt x="67" y="557"/>
                      <a:pt x="101" y="519"/>
                      <a:pt x="101" y="473"/>
                    </a:cubicBezTo>
                    <a:cubicBezTo>
                      <a:pt x="101" y="0"/>
                      <a:pt x="101" y="0"/>
                      <a:pt x="101" y="0"/>
                    </a:cubicBezTo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7"/>
              <p:cNvSpPr/>
              <p:nvPr/>
            </p:nvSpPr>
            <p:spPr>
              <a:xfrm>
                <a:off x="7697462" y="3694958"/>
                <a:ext cx="321300" cy="75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7"/>
              <p:cNvSpPr/>
              <p:nvPr/>
            </p:nvSpPr>
            <p:spPr>
              <a:xfrm>
                <a:off x="7782328" y="3819427"/>
                <a:ext cx="35078" cy="626872"/>
              </a:xfrm>
              <a:custGeom>
                <a:rect b="b" l="l" r="r" t="t"/>
                <a:pathLst>
                  <a:path extrusionOk="0" h="393" w="22">
                    <a:moveTo>
                      <a:pt x="15" y="151"/>
                    </a:moveTo>
                    <a:cubicBezTo>
                      <a:pt x="13" y="151"/>
                      <a:pt x="11" y="149"/>
                      <a:pt x="11" y="147"/>
                    </a:cubicBezTo>
                    <a:cubicBezTo>
                      <a:pt x="11" y="144"/>
                      <a:pt x="13" y="142"/>
                      <a:pt x="15" y="142"/>
                    </a:cubicBezTo>
                    <a:cubicBezTo>
                      <a:pt x="17" y="142"/>
                      <a:pt x="19" y="144"/>
                      <a:pt x="19" y="147"/>
                    </a:cubicBezTo>
                    <a:cubicBezTo>
                      <a:pt x="19" y="149"/>
                      <a:pt x="17" y="151"/>
                      <a:pt x="15" y="151"/>
                    </a:cubicBezTo>
                    <a:moveTo>
                      <a:pt x="11" y="0"/>
                    </a:moveTo>
                    <a:cubicBezTo>
                      <a:pt x="5" y="0"/>
                      <a:pt x="0" y="3"/>
                      <a:pt x="0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8" y="12"/>
                      <a:pt x="11" y="15"/>
                      <a:pt x="11" y="19"/>
                    </a:cubicBezTo>
                    <a:cubicBezTo>
                      <a:pt x="11" y="22"/>
                      <a:pt x="8" y="25"/>
                      <a:pt x="4" y="25"/>
                    </a:cubicBezTo>
                    <a:cubicBezTo>
                      <a:pt x="2" y="25"/>
                      <a:pt x="1" y="25"/>
                      <a:pt x="0" y="24"/>
                    </a:cubicBezTo>
                    <a:cubicBezTo>
                      <a:pt x="0" y="61"/>
                      <a:pt x="0" y="98"/>
                      <a:pt x="0" y="136"/>
                    </a:cubicBezTo>
                    <a:cubicBezTo>
                      <a:pt x="0" y="203"/>
                      <a:pt x="0" y="269"/>
                      <a:pt x="0" y="336"/>
                    </a:cubicBezTo>
                    <a:cubicBezTo>
                      <a:pt x="0" y="351"/>
                      <a:pt x="0" y="367"/>
                      <a:pt x="0" y="382"/>
                    </a:cubicBezTo>
                    <a:cubicBezTo>
                      <a:pt x="0" y="388"/>
                      <a:pt x="4" y="392"/>
                      <a:pt x="9" y="393"/>
                    </a:cubicBezTo>
                    <a:cubicBezTo>
                      <a:pt x="9" y="389"/>
                      <a:pt x="12" y="387"/>
                      <a:pt x="15" y="387"/>
                    </a:cubicBezTo>
                    <a:cubicBezTo>
                      <a:pt x="17" y="387"/>
                      <a:pt x="19" y="387"/>
                      <a:pt x="20" y="389"/>
                    </a:cubicBezTo>
                    <a:cubicBezTo>
                      <a:pt x="21" y="387"/>
                      <a:pt x="22" y="385"/>
                      <a:pt x="22" y="382"/>
                    </a:cubicBezTo>
                    <a:cubicBezTo>
                      <a:pt x="22" y="340"/>
                      <a:pt x="22" y="298"/>
                      <a:pt x="22" y="257"/>
                    </a:cubicBezTo>
                    <a:cubicBezTo>
                      <a:pt x="22" y="244"/>
                      <a:pt x="22" y="232"/>
                      <a:pt x="22" y="220"/>
                    </a:cubicBezTo>
                    <a:cubicBezTo>
                      <a:pt x="21" y="220"/>
                      <a:pt x="20" y="220"/>
                      <a:pt x="19" y="220"/>
                    </a:cubicBezTo>
                    <a:cubicBezTo>
                      <a:pt x="11" y="220"/>
                      <a:pt x="5" y="214"/>
                      <a:pt x="5" y="206"/>
                    </a:cubicBezTo>
                    <a:cubicBezTo>
                      <a:pt x="5" y="198"/>
                      <a:pt x="11" y="192"/>
                      <a:pt x="19" y="192"/>
                    </a:cubicBezTo>
                    <a:cubicBezTo>
                      <a:pt x="20" y="192"/>
                      <a:pt x="21" y="192"/>
                      <a:pt x="22" y="192"/>
                    </a:cubicBezTo>
                    <a:cubicBezTo>
                      <a:pt x="22" y="147"/>
                      <a:pt x="22" y="102"/>
                      <a:pt x="22" y="56"/>
                    </a:cubicBezTo>
                    <a:cubicBezTo>
                      <a:pt x="22" y="41"/>
                      <a:pt x="22" y="26"/>
                      <a:pt x="22" y="10"/>
                    </a:cubicBezTo>
                    <a:cubicBezTo>
                      <a:pt x="22" y="3"/>
                      <a:pt x="16" y="0"/>
                      <a:pt x="1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7"/>
              <p:cNvSpPr/>
              <p:nvPr/>
            </p:nvSpPr>
            <p:spPr>
              <a:xfrm>
                <a:off x="8133108" y="3733430"/>
                <a:ext cx="244414" cy="888259"/>
              </a:xfrm>
              <a:custGeom>
                <a:rect b="b" l="l" r="r" t="t"/>
                <a:pathLst>
                  <a:path extrusionOk="0" h="557" w="153">
                    <a:moveTo>
                      <a:pt x="0" y="0"/>
                    </a:moveTo>
                    <a:cubicBezTo>
                      <a:pt x="0" y="473"/>
                      <a:pt x="0" y="473"/>
                      <a:pt x="0" y="473"/>
                    </a:cubicBezTo>
                    <a:cubicBezTo>
                      <a:pt x="0" y="519"/>
                      <a:pt x="34" y="557"/>
                      <a:pt x="77" y="557"/>
                    </a:cubicBezTo>
                    <a:cubicBezTo>
                      <a:pt x="119" y="557"/>
                      <a:pt x="153" y="519"/>
                      <a:pt x="153" y="47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7"/>
              <p:cNvSpPr/>
              <p:nvPr/>
            </p:nvSpPr>
            <p:spPr>
              <a:xfrm>
                <a:off x="8190817" y="4335408"/>
                <a:ext cx="12300" cy="13800"/>
              </a:xfrm>
              <a:prstGeom prst="ellipse">
                <a:avLst/>
              </a:prstGeom>
              <a:solidFill>
                <a:srgbClr val="CA204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7"/>
              <p:cNvSpPr/>
              <p:nvPr/>
            </p:nvSpPr>
            <p:spPr>
              <a:xfrm>
                <a:off x="8151213" y="3795665"/>
                <a:ext cx="210468" cy="763788"/>
              </a:xfrm>
              <a:custGeom>
                <a:rect b="b" l="l" r="r" t="t"/>
                <a:pathLst>
                  <a:path extrusionOk="0" h="479" w="132">
                    <a:moveTo>
                      <a:pt x="0" y="0"/>
                    </a:move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46"/>
                      <a:pt x="29" y="479"/>
                      <a:pt x="66" y="479"/>
                    </a:cubicBezTo>
                    <a:cubicBezTo>
                      <a:pt x="102" y="479"/>
                      <a:pt x="132" y="446"/>
                      <a:pt x="132" y="40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7"/>
              <p:cNvSpPr/>
              <p:nvPr/>
            </p:nvSpPr>
            <p:spPr>
              <a:xfrm>
                <a:off x="8191949" y="4439510"/>
                <a:ext cx="22631" cy="18105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0" y="2"/>
                      <a:pt x="6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1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7"/>
              <p:cNvSpPr/>
              <p:nvPr/>
            </p:nvSpPr>
            <p:spPr>
              <a:xfrm>
                <a:off x="8254184" y="4621688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E3D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7"/>
              <p:cNvSpPr/>
              <p:nvPr/>
            </p:nvSpPr>
            <p:spPr>
              <a:xfrm>
                <a:off x="8215711" y="3733430"/>
                <a:ext cx="161812" cy="888259"/>
              </a:xfrm>
              <a:custGeom>
                <a:rect b="b" l="l" r="r" t="t"/>
                <a:pathLst>
                  <a:path extrusionOk="0" h="557" w="101">
                    <a:moveTo>
                      <a:pt x="10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1" y="446"/>
                      <a:pt x="91" y="446"/>
                      <a:pt x="91" y="446"/>
                    </a:cubicBezTo>
                    <a:cubicBezTo>
                      <a:pt x="91" y="480"/>
                      <a:pt x="69" y="508"/>
                      <a:pt x="40" y="516"/>
                    </a:cubicBezTo>
                    <a:cubicBezTo>
                      <a:pt x="31" y="533"/>
                      <a:pt x="17" y="546"/>
                      <a:pt x="0" y="552"/>
                    </a:cubicBezTo>
                    <a:cubicBezTo>
                      <a:pt x="7" y="555"/>
                      <a:pt x="16" y="557"/>
                      <a:pt x="24" y="557"/>
                    </a:cubicBezTo>
                    <a:cubicBezTo>
                      <a:pt x="24" y="557"/>
                      <a:pt x="24" y="557"/>
                      <a:pt x="24" y="557"/>
                    </a:cubicBezTo>
                    <a:cubicBezTo>
                      <a:pt x="24" y="557"/>
                      <a:pt x="24" y="557"/>
                      <a:pt x="25" y="557"/>
                    </a:cubicBezTo>
                    <a:cubicBezTo>
                      <a:pt x="67" y="557"/>
                      <a:pt x="101" y="519"/>
                      <a:pt x="101" y="473"/>
                    </a:cubicBezTo>
                    <a:cubicBezTo>
                      <a:pt x="101" y="0"/>
                      <a:pt x="101" y="0"/>
                      <a:pt x="101" y="0"/>
                    </a:cubicBezTo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7"/>
              <p:cNvSpPr/>
              <p:nvPr/>
            </p:nvSpPr>
            <p:spPr>
              <a:xfrm>
                <a:off x="8094635" y="3694958"/>
                <a:ext cx="320400" cy="75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7"/>
              <p:cNvSpPr/>
              <p:nvPr/>
            </p:nvSpPr>
            <p:spPr>
              <a:xfrm>
                <a:off x="8179502" y="3819427"/>
                <a:ext cx="35078" cy="626872"/>
              </a:xfrm>
              <a:custGeom>
                <a:rect b="b" l="l" r="r" t="t"/>
                <a:pathLst>
                  <a:path extrusionOk="0" h="393" w="22">
                    <a:moveTo>
                      <a:pt x="15" y="151"/>
                    </a:moveTo>
                    <a:cubicBezTo>
                      <a:pt x="13" y="151"/>
                      <a:pt x="11" y="149"/>
                      <a:pt x="11" y="147"/>
                    </a:cubicBezTo>
                    <a:cubicBezTo>
                      <a:pt x="11" y="144"/>
                      <a:pt x="13" y="142"/>
                      <a:pt x="15" y="142"/>
                    </a:cubicBezTo>
                    <a:cubicBezTo>
                      <a:pt x="17" y="142"/>
                      <a:pt x="19" y="144"/>
                      <a:pt x="19" y="147"/>
                    </a:cubicBezTo>
                    <a:cubicBezTo>
                      <a:pt x="19" y="149"/>
                      <a:pt x="17" y="151"/>
                      <a:pt x="15" y="151"/>
                    </a:cubicBezTo>
                    <a:moveTo>
                      <a:pt x="11" y="0"/>
                    </a:moveTo>
                    <a:cubicBezTo>
                      <a:pt x="5" y="0"/>
                      <a:pt x="0" y="3"/>
                      <a:pt x="0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8" y="12"/>
                      <a:pt x="11" y="15"/>
                      <a:pt x="11" y="19"/>
                    </a:cubicBezTo>
                    <a:cubicBezTo>
                      <a:pt x="11" y="22"/>
                      <a:pt x="8" y="25"/>
                      <a:pt x="4" y="25"/>
                    </a:cubicBezTo>
                    <a:cubicBezTo>
                      <a:pt x="2" y="25"/>
                      <a:pt x="1" y="25"/>
                      <a:pt x="0" y="24"/>
                    </a:cubicBezTo>
                    <a:cubicBezTo>
                      <a:pt x="0" y="61"/>
                      <a:pt x="0" y="98"/>
                      <a:pt x="0" y="136"/>
                    </a:cubicBezTo>
                    <a:cubicBezTo>
                      <a:pt x="0" y="203"/>
                      <a:pt x="0" y="269"/>
                      <a:pt x="0" y="336"/>
                    </a:cubicBezTo>
                    <a:cubicBezTo>
                      <a:pt x="0" y="351"/>
                      <a:pt x="0" y="367"/>
                      <a:pt x="0" y="382"/>
                    </a:cubicBezTo>
                    <a:cubicBezTo>
                      <a:pt x="0" y="388"/>
                      <a:pt x="4" y="392"/>
                      <a:pt x="8" y="393"/>
                    </a:cubicBezTo>
                    <a:cubicBezTo>
                      <a:pt x="9" y="389"/>
                      <a:pt x="12" y="387"/>
                      <a:pt x="15" y="387"/>
                    </a:cubicBezTo>
                    <a:cubicBezTo>
                      <a:pt x="17" y="387"/>
                      <a:pt x="19" y="387"/>
                      <a:pt x="20" y="389"/>
                    </a:cubicBezTo>
                    <a:cubicBezTo>
                      <a:pt x="21" y="387"/>
                      <a:pt x="22" y="385"/>
                      <a:pt x="22" y="382"/>
                    </a:cubicBezTo>
                    <a:cubicBezTo>
                      <a:pt x="22" y="340"/>
                      <a:pt x="22" y="298"/>
                      <a:pt x="22" y="257"/>
                    </a:cubicBezTo>
                    <a:cubicBezTo>
                      <a:pt x="22" y="244"/>
                      <a:pt x="22" y="232"/>
                      <a:pt x="22" y="220"/>
                    </a:cubicBezTo>
                    <a:cubicBezTo>
                      <a:pt x="21" y="220"/>
                      <a:pt x="20" y="220"/>
                      <a:pt x="19" y="220"/>
                    </a:cubicBezTo>
                    <a:cubicBezTo>
                      <a:pt x="11" y="220"/>
                      <a:pt x="5" y="214"/>
                      <a:pt x="5" y="206"/>
                    </a:cubicBezTo>
                    <a:cubicBezTo>
                      <a:pt x="5" y="198"/>
                      <a:pt x="11" y="192"/>
                      <a:pt x="19" y="192"/>
                    </a:cubicBezTo>
                    <a:cubicBezTo>
                      <a:pt x="20" y="192"/>
                      <a:pt x="21" y="192"/>
                      <a:pt x="22" y="192"/>
                    </a:cubicBezTo>
                    <a:cubicBezTo>
                      <a:pt x="22" y="147"/>
                      <a:pt x="22" y="102"/>
                      <a:pt x="22" y="56"/>
                    </a:cubicBezTo>
                    <a:cubicBezTo>
                      <a:pt x="22" y="41"/>
                      <a:pt x="22" y="26"/>
                      <a:pt x="22" y="10"/>
                    </a:cubicBezTo>
                    <a:cubicBezTo>
                      <a:pt x="22" y="3"/>
                      <a:pt x="16" y="0"/>
                      <a:pt x="1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7"/>
              <p:cNvSpPr/>
              <p:nvPr/>
            </p:nvSpPr>
            <p:spPr>
              <a:xfrm>
                <a:off x="7519809" y="3889582"/>
                <a:ext cx="1076100" cy="48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7"/>
              <p:cNvSpPr/>
              <p:nvPr/>
            </p:nvSpPr>
            <p:spPr>
              <a:xfrm>
                <a:off x="7563939" y="3938239"/>
                <a:ext cx="985579" cy="807919"/>
              </a:xfrm>
              <a:custGeom>
                <a:rect b="b" l="l" r="r" t="t"/>
                <a:pathLst>
                  <a:path extrusionOk="0" h="506" w="618">
                    <a:moveTo>
                      <a:pt x="493" y="506"/>
                    </a:moveTo>
                    <a:cubicBezTo>
                      <a:pt x="125" y="506"/>
                      <a:pt x="125" y="506"/>
                      <a:pt x="125" y="506"/>
                    </a:cubicBezTo>
                    <a:cubicBezTo>
                      <a:pt x="56" y="506"/>
                      <a:pt x="0" y="450"/>
                      <a:pt x="0" y="38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381"/>
                      <a:pt x="36" y="381"/>
                      <a:pt x="36" y="381"/>
                    </a:cubicBezTo>
                    <a:cubicBezTo>
                      <a:pt x="36" y="430"/>
                      <a:pt x="76" y="471"/>
                      <a:pt x="125" y="471"/>
                    </a:cubicBezTo>
                    <a:cubicBezTo>
                      <a:pt x="493" y="471"/>
                      <a:pt x="493" y="471"/>
                      <a:pt x="493" y="471"/>
                    </a:cubicBezTo>
                    <a:cubicBezTo>
                      <a:pt x="542" y="471"/>
                      <a:pt x="582" y="430"/>
                      <a:pt x="582" y="381"/>
                    </a:cubicBezTo>
                    <a:cubicBezTo>
                      <a:pt x="582" y="0"/>
                      <a:pt x="582" y="0"/>
                      <a:pt x="582" y="0"/>
                    </a:cubicBezTo>
                    <a:cubicBezTo>
                      <a:pt x="618" y="0"/>
                      <a:pt x="618" y="0"/>
                      <a:pt x="618" y="0"/>
                    </a:cubicBezTo>
                    <a:cubicBezTo>
                      <a:pt x="618" y="381"/>
                      <a:pt x="618" y="381"/>
                      <a:pt x="618" y="381"/>
                    </a:cubicBezTo>
                    <a:cubicBezTo>
                      <a:pt x="618" y="450"/>
                      <a:pt x="562" y="506"/>
                      <a:pt x="493" y="5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46" name="Google Shape;646;p28"/>
          <p:cNvSpPr txBox="1"/>
          <p:nvPr>
            <p:ph idx="2" type="title"/>
          </p:nvPr>
        </p:nvSpPr>
        <p:spPr>
          <a:xfrm>
            <a:off x="720000" y="1617658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7" name="Google Shape;647;p28"/>
          <p:cNvSpPr txBox="1"/>
          <p:nvPr>
            <p:ph idx="3" type="title"/>
          </p:nvPr>
        </p:nvSpPr>
        <p:spPr>
          <a:xfrm>
            <a:off x="720000" y="289866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48" name="Google Shape;648;p28"/>
          <p:cNvSpPr txBox="1"/>
          <p:nvPr>
            <p:ph idx="4" type="title"/>
          </p:nvPr>
        </p:nvSpPr>
        <p:spPr>
          <a:xfrm>
            <a:off x="3419275" y="1617658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49" name="Google Shape;649;p28"/>
          <p:cNvSpPr txBox="1"/>
          <p:nvPr>
            <p:ph idx="5" type="title"/>
          </p:nvPr>
        </p:nvSpPr>
        <p:spPr>
          <a:xfrm>
            <a:off x="3419275" y="289866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50" name="Google Shape;650;p28"/>
          <p:cNvSpPr txBox="1"/>
          <p:nvPr>
            <p:ph idx="6" type="title"/>
          </p:nvPr>
        </p:nvSpPr>
        <p:spPr>
          <a:xfrm>
            <a:off x="6118550" y="1617658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51" name="Google Shape;651;p28"/>
          <p:cNvSpPr txBox="1"/>
          <p:nvPr>
            <p:ph idx="7" type="title"/>
          </p:nvPr>
        </p:nvSpPr>
        <p:spPr>
          <a:xfrm>
            <a:off x="6118550" y="2898666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52" name="Google Shape;652;p28"/>
          <p:cNvSpPr txBox="1"/>
          <p:nvPr>
            <p:ph idx="1" type="subTitle"/>
          </p:nvPr>
        </p:nvSpPr>
        <p:spPr>
          <a:xfrm>
            <a:off x="720000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Company</a:t>
            </a:r>
            <a:r>
              <a:rPr lang="en" sz="1800"/>
              <a:t> Introduction</a:t>
            </a:r>
            <a:endParaRPr sz="1800"/>
          </a:p>
        </p:txBody>
      </p:sp>
      <p:sp>
        <p:nvSpPr>
          <p:cNvPr id="653" name="Google Shape;653;p28"/>
          <p:cNvSpPr txBox="1"/>
          <p:nvPr>
            <p:ph idx="8" type="subTitle"/>
          </p:nvPr>
        </p:nvSpPr>
        <p:spPr>
          <a:xfrm>
            <a:off x="3419275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Clinical Problem</a:t>
            </a:r>
            <a:endParaRPr sz="1800"/>
          </a:p>
        </p:txBody>
      </p:sp>
      <p:sp>
        <p:nvSpPr>
          <p:cNvPr id="654" name="Google Shape;654;p28"/>
          <p:cNvSpPr txBox="1"/>
          <p:nvPr>
            <p:ph idx="9" type="subTitle"/>
          </p:nvPr>
        </p:nvSpPr>
        <p:spPr>
          <a:xfrm>
            <a:off x="6118550" y="1980375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Our Objective</a:t>
            </a:r>
            <a:endParaRPr sz="1800"/>
          </a:p>
        </p:txBody>
      </p:sp>
      <p:sp>
        <p:nvSpPr>
          <p:cNvPr id="655" name="Google Shape;655;p28"/>
          <p:cNvSpPr txBox="1"/>
          <p:nvPr>
            <p:ph idx="13" type="subTitle"/>
          </p:nvPr>
        </p:nvSpPr>
        <p:spPr>
          <a:xfrm>
            <a:off x="720000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Reality of our Dataset</a:t>
            </a:r>
            <a:endParaRPr sz="1800"/>
          </a:p>
        </p:txBody>
      </p:sp>
      <p:sp>
        <p:nvSpPr>
          <p:cNvPr id="656" name="Google Shape;656;p28"/>
          <p:cNvSpPr txBox="1"/>
          <p:nvPr>
            <p:ph idx="14" type="subTitle"/>
          </p:nvPr>
        </p:nvSpPr>
        <p:spPr>
          <a:xfrm>
            <a:off x="3419275" y="3261450"/>
            <a:ext cx="23055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Individual Clinical Analyses</a:t>
            </a:r>
            <a:endParaRPr sz="1800"/>
          </a:p>
        </p:txBody>
      </p:sp>
      <p:sp>
        <p:nvSpPr>
          <p:cNvPr id="657" name="Google Shape;657;p28"/>
          <p:cNvSpPr txBox="1"/>
          <p:nvPr>
            <p:ph idx="15" type="subTitle"/>
          </p:nvPr>
        </p:nvSpPr>
        <p:spPr>
          <a:xfrm>
            <a:off x="6118550" y="3261450"/>
            <a:ext cx="27423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Recommendations/ Limitations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9"/>
          <p:cNvSpPr txBox="1"/>
          <p:nvPr>
            <p:ph type="title"/>
          </p:nvPr>
        </p:nvSpPr>
        <p:spPr>
          <a:xfrm>
            <a:off x="223300" y="17287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NephroAnalytics Group</a:t>
            </a:r>
            <a:endParaRPr/>
          </a:p>
        </p:txBody>
      </p:sp>
      <p:sp>
        <p:nvSpPr>
          <p:cNvPr id="663" name="Google Shape;663;p29"/>
          <p:cNvSpPr txBox="1"/>
          <p:nvPr>
            <p:ph idx="1" type="body"/>
          </p:nvPr>
        </p:nvSpPr>
        <p:spPr>
          <a:xfrm>
            <a:off x="223300" y="876600"/>
            <a:ext cx="5548800" cy="3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Who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We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Are: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 data science consulting team specializing in early detection of chronic kidney disease using routine clinical data.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Our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Mission: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Identify at-risk patients from existing lab work so they can receive care before CKD progresses to kidney failure.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Team: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- Sushruti — Age Analysis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- Grayson — Blood Pressure Analysis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- Roschelle — Hemoglobin Analysis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 - Shiroz — Glucose Analysis &amp; Clinical Context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64" name="Google Shape;664;p29" title="Screenshot 2026-02-17 at 2.14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175" y="1269725"/>
            <a:ext cx="2262700" cy="28544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0"/>
          <p:cNvSpPr txBox="1"/>
          <p:nvPr>
            <p:ph type="title"/>
          </p:nvPr>
        </p:nvSpPr>
        <p:spPr>
          <a:xfrm>
            <a:off x="0" y="146375"/>
            <a:ext cx="70509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Clinical Problem:Why Early CKD Detection Matters</a:t>
            </a:r>
            <a:endParaRPr/>
          </a:p>
        </p:txBody>
      </p:sp>
      <p:sp>
        <p:nvSpPr>
          <p:cNvPr id="670" name="Google Shape;670;p30"/>
          <p:cNvSpPr txBox="1"/>
          <p:nvPr>
            <p:ph idx="1" type="body"/>
          </p:nvPr>
        </p:nvSpPr>
        <p:spPr>
          <a:xfrm>
            <a:off x="216825" y="1070984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CKD is a silent disease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Affects ~15% of U.S. adults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Most patients are asymptomatic until late stages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Late detection → dialysis, transplant, high mortality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Challenge for Hospitals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CKD labs already exist in routine testing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But risk patterns are not clearly flagged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Early signals are being missed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Business Problem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Late-stage CKD = high cost + preventable complications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Hospitals need a data-driven screening strategy</a:t>
            </a:r>
            <a:endParaRPr/>
          </a:p>
        </p:txBody>
      </p:sp>
      <p:pic>
        <p:nvPicPr>
          <p:cNvPr id="671" name="Google Shape;671;p30" title="Screenshot 2026-02-18 at 7.34.21 PM.png"/>
          <p:cNvPicPr preferRelativeResize="0"/>
          <p:nvPr/>
        </p:nvPicPr>
        <p:blipFill rotWithShape="1">
          <a:blip r:embed="rId3">
            <a:alphaModFix/>
          </a:blip>
          <a:srcRect b="-19652" l="-38666" r="13572" t="-5441"/>
          <a:stretch/>
        </p:blipFill>
        <p:spPr>
          <a:xfrm>
            <a:off x="3889250" y="772300"/>
            <a:ext cx="2946350" cy="386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Objective </a:t>
            </a:r>
            <a:endParaRPr/>
          </a:p>
        </p:txBody>
      </p:sp>
      <p:sp>
        <p:nvSpPr>
          <p:cNvPr id="677" name="Google Shape;677;p31"/>
          <p:cNvSpPr txBox="1"/>
          <p:nvPr>
            <p:ph idx="1" type="body"/>
          </p:nvPr>
        </p:nvSpPr>
        <p:spPr>
          <a:xfrm>
            <a:off x="720000" y="134190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Identify which biomarkers best predict CKD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Assess data quality before modeling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Preserve clinical signal while cleaning messy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Deliver actionable screening recommendations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Analyze 400 patient records from the UCI CKD dataset (via Kaggle), including key clinical and laboratory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Can routine lab data be leveraged to flag high-risk CKD patients earlier?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8" name="Google Shape;678;p31" title="Screenshot 2026-02-18 at 7.33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300" y="684975"/>
            <a:ext cx="2918575" cy="345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2"/>
          <p:cNvSpPr txBox="1"/>
          <p:nvPr>
            <p:ph type="title"/>
          </p:nvPr>
        </p:nvSpPr>
        <p:spPr>
          <a:xfrm>
            <a:off x="289550" y="57750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Reality of Our Dataset</a:t>
            </a:r>
            <a:endParaRPr/>
          </a:p>
        </p:txBody>
      </p:sp>
      <p:sp>
        <p:nvSpPr>
          <p:cNvPr id="684" name="Google Shape;684;p32"/>
          <p:cNvSpPr txBox="1"/>
          <p:nvPr/>
        </p:nvSpPr>
        <p:spPr>
          <a:xfrm>
            <a:off x="88300" y="1214150"/>
            <a:ext cx="8322300" cy="3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Scale of the Problem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1,009 missing cells across 242 of 400 rows — more than half the dataset is incomplete in some way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Simply dropping incomplete rows leaves only 158 patients — not enough to train on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Why Simple Imputation Won't Work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 values differ significantly between CKD and non-CKD patients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Example: Blood Urea (bu) — CKD median is 53.0, non-CKD median is 33.0. Using one overall median blurs that gap entirely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3"/>
          <p:cNvSpPr txBox="1"/>
          <p:nvPr>
            <p:ph type="title"/>
          </p:nvPr>
        </p:nvSpPr>
        <p:spPr>
          <a:xfrm>
            <a:off x="168700" y="135000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Data Challenges</a:t>
            </a:r>
            <a:endParaRPr/>
          </a:p>
        </p:txBody>
      </p:sp>
      <p:sp>
        <p:nvSpPr>
          <p:cNvPr id="690" name="Google Shape;690;p33"/>
          <p:cNvSpPr txBox="1"/>
          <p:nvPr>
            <p:ph idx="1" type="body"/>
          </p:nvPr>
        </p:nvSpPr>
        <p:spPr>
          <a:xfrm>
            <a:off x="340675" y="960450"/>
            <a:ext cx="5145000" cy="38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Missing Data — The Problem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1,009 missing cells across 242 of 400 rows — more than half the dataset touched by 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Why Group-Based Imputation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values differ significantly between CKD and non-CKD patients, so a single overall median would blur the real clinical differences between groups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 Fix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values filled using the median of CKD patients for CKD rows, and the non-CKD median for non-CKD rows — preserving the signal that matters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The Result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400 rows, 0 missing, 25 features — ready for classification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91" name="Google Shape;6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675" y="1166250"/>
            <a:ext cx="2593799" cy="29792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4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 Corrections</a:t>
            </a:r>
            <a:endParaRPr/>
          </a:p>
        </p:txBody>
      </p:sp>
      <p:sp>
        <p:nvSpPr>
          <p:cNvPr id="697" name="Google Shape;697;p34"/>
          <p:cNvSpPr txBox="1"/>
          <p:nvPr>
            <p:ph idx="1" type="body"/>
          </p:nvPr>
        </p:nvSpPr>
        <p:spPr>
          <a:xfrm>
            <a:off x="386475" y="1499375"/>
            <a:ext cx="3124500" cy="24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400"/>
              <a:t>Packed cell volume (PCV), White cell count (WC), Red blood cells (RC)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→ Numeric columns, but stored as objects.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400"/>
              <a:t>Pandas to.numeric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8" name="Google Shape;6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050" y="559325"/>
            <a:ext cx="2993025" cy="34333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5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Inconsistent Classifications</a:t>
            </a:r>
            <a:endParaRPr/>
          </a:p>
        </p:txBody>
      </p:sp>
      <p:sp>
        <p:nvSpPr>
          <p:cNvPr id="704" name="Google Shape;704;p35"/>
          <p:cNvSpPr txBox="1"/>
          <p:nvPr>
            <p:ph idx="1" type="body"/>
          </p:nvPr>
        </p:nvSpPr>
        <p:spPr>
          <a:xfrm>
            <a:off x="1065850" y="151555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Diabetes (dm)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Extra spaces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Classification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Extra tabs causing some cells to say ‘ckd\t’ instead of ‘ckd’ or ‘notckd’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str.strip()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5" name="Google Shape;705;p35"/>
          <p:cNvGrpSpPr/>
          <p:nvPr/>
        </p:nvGrpSpPr>
        <p:grpSpPr>
          <a:xfrm>
            <a:off x="5298401" y="833195"/>
            <a:ext cx="2314518" cy="3020706"/>
            <a:chOff x="6816373" y="729325"/>
            <a:chExt cx="1469069" cy="1917300"/>
          </a:xfrm>
        </p:grpSpPr>
        <p:sp>
          <p:nvSpPr>
            <p:cNvPr id="706" name="Google Shape;706;p35"/>
            <p:cNvSpPr/>
            <p:nvPr/>
          </p:nvSpPr>
          <p:spPr>
            <a:xfrm>
              <a:off x="6871842" y="729325"/>
              <a:ext cx="1413600" cy="191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5"/>
            <p:cNvSpPr/>
            <p:nvPr/>
          </p:nvSpPr>
          <p:spPr>
            <a:xfrm>
              <a:off x="7595768" y="1338988"/>
              <a:ext cx="213958" cy="1307607"/>
            </a:xfrm>
            <a:custGeom>
              <a:rect b="b" l="l" r="r" t="t"/>
              <a:pathLst>
                <a:path extrusionOk="0" h="893" w="146">
                  <a:moveTo>
                    <a:pt x="146" y="0"/>
                  </a:moveTo>
                  <a:cubicBezTo>
                    <a:pt x="146" y="0"/>
                    <a:pt x="0" y="47"/>
                    <a:pt x="0" y="155"/>
                  </a:cubicBezTo>
                  <a:cubicBezTo>
                    <a:pt x="0" y="263"/>
                    <a:pt x="0" y="893"/>
                    <a:pt x="0" y="893"/>
                  </a:cubicBezTo>
                  <a:cubicBezTo>
                    <a:pt x="48" y="893"/>
                    <a:pt x="48" y="893"/>
                    <a:pt x="48" y="893"/>
                  </a:cubicBezTo>
                  <a:cubicBezTo>
                    <a:pt x="48" y="155"/>
                    <a:pt x="48" y="155"/>
                    <a:pt x="48" y="155"/>
                  </a:cubicBezTo>
                  <a:cubicBezTo>
                    <a:pt x="48" y="155"/>
                    <a:pt x="57" y="54"/>
                    <a:pt x="1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7644583" y="1338988"/>
              <a:ext cx="165142" cy="1307607"/>
            </a:xfrm>
            <a:custGeom>
              <a:rect b="b" l="l" r="r" t="t"/>
              <a:pathLst>
                <a:path extrusionOk="0" h="893" w="113">
                  <a:moveTo>
                    <a:pt x="48" y="31"/>
                  </a:moveTo>
                  <a:cubicBezTo>
                    <a:pt x="5" y="87"/>
                    <a:pt x="0" y="147"/>
                    <a:pt x="0" y="147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15" y="893"/>
                    <a:pt x="15" y="893"/>
                    <a:pt x="15" y="893"/>
                  </a:cubicBezTo>
                  <a:cubicBezTo>
                    <a:pt x="15" y="155"/>
                    <a:pt x="15" y="155"/>
                    <a:pt x="15" y="155"/>
                  </a:cubicBezTo>
                  <a:cubicBezTo>
                    <a:pt x="15" y="155"/>
                    <a:pt x="24" y="54"/>
                    <a:pt x="113" y="0"/>
                  </a:cubicBezTo>
                  <a:cubicBezTo>
                    <a:pt x="113" y="0"/>
                    <a:pt x="82" y="10"/>
                    <a:pt x="48" y="31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7613425" y="1153078"/>
              <a:ext cx="310551" cy="185911"/>
            </a:xfrm>
            <a:custGeom>
              <a:rect b="b" l="l" r="r" t="t"/>
              <a:pathLst>
                <a:path extrusionOk="0" h="127" w="212">
                  <a:moveTo>
                    <a:pt x="28" y="0"/>
                  </a:moveTo>
                  <a:cubicBezTo>
                    <a:pt x="28" y="0"/>
                    <a:pt x="128" y="80"/>
                    <a:pt x="206" y="53"/>
                  </a:cubicBezTo>
                  <a:cubicBezTo>
                    <a:pt x="212" y="77"/>
                    <a:pt x="212" y="77"/>
                    <a:pt x="212" y="77"/>
                  </a:cubicBezTo>
                  <a:cubicBezTo>
                    <a:pt x="212" y="77"/>
                    <a:pt x="96" y="127"/>
                    <a:pt x="0" y="37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7613425" y="1194622"/>
              <a:ext cx="310551" cy="144367"/>
            </a:xfrm>
            <a:custGeom>
              <a:rect b="b" l="l" r="r" t="t"/>
              <a:pathLst>
                <a:path extrusionOk="0" h="99" w="212">
                  <a:moveTo>
                    <a:pt x="7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96" y="99"/>
                    <a:pt x="212" y="49"/>
                    <a:pt x="212" y="49"/>
                  </a:cubicBezTo>
                  <a:cubicBezTo>
                    <a:pt x="209" y="36"/>
                    <a:pt x="209" y="36"/>
                    <a:pt x="209" y="36"/>
                  </a:cubicBezTo>
                  <a:cubicBezTo>
                    <a:pt x="190" y="43"/>
                    <a:pt x="92" y="74"/>
                    <a:pt x="7" y="0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7616540" y="1225780"/>
              <a:ext cx="294972" cy="175525"/>
            </a:xfrm>
            <a:custGeom>
              <a:rect b="b" l="l" r="r" t="t"/>
              <a:pathLst>
                <a:path extrusionOk="0" h="120" w="202">
                  <a:moveTo>
                    <a:pt x="4" y="48"/>
                  </a:moveTo>
                  <a:cubicBezTo>
                    <a:pt x="4" y="48"/>
                    <a:pt x="132" y="64"/>
                    <a:pt x="184" y="0"/>
                  </a:cubicBezTo>
                  <a:cubicBezTo>
                    <a:pt x="202" y="17"/>
                    <a:pt x="202" y="17"/>
                    <a:pt x="202" y="17"/>
                  </a:cubicBezTo>
                  <a:cubicBezTo>
                    <a:pt x="202" y="17"/>
                    <a:pt x="129" y="120"/>
                    <a:pt x="0" y="94"/>
                  </a:cubicBezTo>
                  <a:lnTo>
                    <a:pt x="4" y="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7616540" y="1237205"/>
              <a:ext cx="294972" cy="164100"/>
            </a:xfrm>
            <a:custGeom>
              <a:rect b="b" l="l" r="r" t="t"/>
              <a:pathLst>
                <a:path extrusionOk="0" h="112" w="202">
                  <a:moveTo>
                    <a:pt x="1" y="75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129" y="112"/>
                    <a:pt x="202" y="9"/>
                    <a:pt x="202" y="9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79" y="16"/>
                    <a:pt x="112" y="93"/>
                    <a:pt x="1" y="75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7553183" y="841495"/>
              <a:ext cx="658493" cy="927476"/>
            </a:xfrm>
            <a:custGeom>
              <a:rect b="b" l="l" r="r" t="t"/>
              <a:pathLst>
                <a:path extrusionOk="0" h="633" w="450">
                  <a:moveTo>
                    <a:pt x="209" y="297"/>
                  </a:moveTo>
                  <a:cubicBezTo>
                    <a:pt x="209" y="297"/>
                    <a:pt x="124" y="266"/>
                    <a:pt x="114" y="180"/>
                  </a:cubicBezTo>
                  <a:cubicBezTo>
                    <a:pt x="104" y="93"/>
                    <a:pt x="187" y="0"/>
                    <a:pt x="288" y="48"/>
                  </a:cubicBezTo>
                  <a:cubicBezTo>
                    <a:pt x="390" y="96"/>
                    <a:pt x="450" y="249"/>
                    <a:pt x="431" y="382"/>
                  </a:cubicBezTo>
                  <a:cubicBezTo>
                    <a:pt x="415" y="494"/>
                    <a:pt x="353" y="633"/>
                    <a:pt x="236" y="629"/>
                  </a:cubicBezTo>
                  <a:cubicBezTo>
                    <a:pt x="130" y="626"/>
                    <a:pt x="0" y="441"/>
                    <a:pt x="209" y="29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7646661" y="877846"/>
              <a:ext cx="531780" cy="845428"/>
            </a:xfrm>
            <a:custGeom>
              <a:rect b="b" l="l" r="r" t="t"/>
              <a:pathLst>
                <a:path extrusionOk="0" h="577" w="363">
                  <a:moveTo>
                    <a:pt x="168" y="269"/>
                  </a:moveTo>
                  <a:cubicBezTo>
                    <a:pt x="168" y="269"/>
                    <a:pt x="98" y="239"/>
                    <a:pt x="88" y="160"/>
                  </a:cubicBezTo>
                  <a:cubicBezTo>
                    <a:pt x="78" y="82"/>
                    <a:pt x="144" y="0"/>
                    <a:pt x="228" y="46"/>
                  </a:cubicBezTo>
                  <a:cubicBezTo>
                    <a:pt x="311" y="92"/>
                    <a:pt x="363" y="232"/>
                    <a:pt x="350" y="352"/>
                  </a:cubicBezTo>
                  <a:cubicBezTo>
                    <a:pt x="339" y="453"/>
                    <a:pt x="292" y="577"/>
                    <a:pt x="197" y="571"/>
                  </a:cubicBezTo>
                  <a:cubicBezTo>
                    <a:pt x="110" y="564"/>
                    <a:pt x="0" y="393"/>
                    <a:pt x="168" y="26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7796223" y="1014943"/>
              <a:ext cx="108017" cy="162023"/>
            </a:xfrm>
            <a:custGeom>
              <a:rect b="b" l="l" r="r" t="t"/>
              <a:pathLst>
                <a:path extrusionOk="0" h="111" w="74">
                  <a:moveTo>
                    <a:pt x="31" y="0"/>
                  </a:moveTo>
                  <a:cubicBezTo>
                    <a:pt x="29" y="0"/>
                    <a:pt x="28" y="0"/>
                    <a:pt x="26" y="0"/>
                  </a:cubicBezTo>
                  <a:cubicBezTo>
                    <a:pt x="9" y="6"/>
                    <a:pt x="0" y="34"/>
                    <a:pt x="6" y="65"/>
                  </a:cubicBezTo>
                  <a:cubicBezTo>
                    <a:pt x="12" y="92"/>
                    <a:pt x="27" y="111"/>
                    <a:pt x="43" y="111"/>
                  </a:cubicBezTo>
                  <a:cubicBezTo>
                    <a:pt x="45" y="111"/>
                    <a:pt x="47" y="111"/>
                    <a:pt x="48" y="110"/>
                  </a:cubicBezTo>
                  <a:cubicBezTo>
                    <a:pt x="65" y="105"/>
                    <a:pt x="74" y="76"/>
                    <a:pt x="68" y="46"/>
                  </a:cubicBezTo>
                  <a:cubicBezTo>
                    <a:pt x="62" y="19"/>
                    <a:pt x="47" y="0"/>
                    <a:pt x="31" y="0"/>
                  </a:cubicBezTo>
                </a:path>
              </a:pathLst>
            </a:custGeom>
            <a:solidFill>
              <a:srgbClr val="FFFFFF">
                <a:alpha val="30379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7787914" y="1402343"/>
              <a:ext cx="202533" cy="267960"/>
            </a:xfrm>
            <a:custGeom>
              <a:rect b="b" l="l" r="r" t="t"/>
              <a:pathLst>
                <a:path extrusionOk="0" h="183" w="139">
                  <a:moveTo>
                    <a:pt x="51" y="0"/>
                  </a:moveTo>
                  <a:cubicBezTo>
                    <a:pt x="44" y="0"/>
                    <a:pt x="37" y="2"/>
                    <a:pt x="31" y="6"/>
                  </a:cubicBezTo>
                  <a:cubicBezTo>
                    <a:pt x="4" y="24"/>
                    <a:pt x="0" y="77"/>
                    <a:pt x="21" y="124"/>
                  </a:cubicBezTo>
                  <a:cubicBezTo>
                    <a:pt x="38" y="161"/>
                    <a:pt x="65" y="183"/>
                    <a:pt x="89" y="183"/>
                  </a:cubicBezTo>
                  <a:cubicBezTo>
                    <a:pt x="96" y="183"/>
                    <a:pt x="102" y="181"/>
                    <a:pt x="109" y="177"/>
                  </a:cubicBezTo>
                  <a:cubicBezTo>
                    <a:pt x="135" y="159"/>
                    <a:pt x="139" y="106"/>
                    <a:pt x="118" y="59"/>
                  </a:cubicBezTo>
                  <a:cubicBezTo>
                    <a:pt x="101" y="23"/>
                    <a:pt x="74" y="0"/>
                    <a:pt x="51" y="0"/>
                  </a:cubicBezTo>
                </a:path>
              </a:pathLst>
            </a:custGeom>
            <a:solidFill>
              <a:srgbClr val="FFFFFF">
                <a:alpha val="30379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7347535" y="1338988"/>
              <a:ext cx="214997" cy="1307607"/>
            </a:xfrm>
            <a:custGeom>
              <a:rect b="b" l="l" r="r" t="t"/>
              <a:pathLst>
                <a:path extrusionOk="0" h="893" w="147">
                  <a:moveTo>
                    <a:pt x="0" y="0"/>
                  </a:moveTo>
                  <a:cubicBezTo>
                    <a:pt x="0" y="0"/>
                    <a:pt x="147" y="47"/>
                    <a:pt x="147" y="155"/>
                  </a:cubicBezTo>
                  <a:cubicBezTo>
                    <a:pt x="147" y="263"/>
                    <a:pt x="147" y="893"/>
                    <a:pt x="147" y="893"/>
                  </a:cubicBezTo>
                  <a:cubicBezTo>
                    <a:pt x="99" y="893"/>
                    <a:pt x="99" y="893"/>
                    <a:pt x="99" y="893"/>
                  </a:cubicBezTo>
                  <a:cubicBezTo>
                    <a:pt x="99" y="155"/>
                    <a:pt x="99" y="155"/>
                    <a:pt x="99" y="155"/>
                  </a:cubicBezTo>
                  <a:cubicBezTo>
                    <a:pt x="99" y="155"/>
                    <a:pt x="89" y="54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7347535" y="1338988"/>
              <a:ext cx="166182" cy="1307607"/>
            </a:xfrm>
            <a:custGeom>
              <a:rect b="b" l="l" r="r" t="t"/>
              <a:pathLst>
                <a:path extrusionOk="0" h="893" w="114">
                  <a:moveTo>
                    <a:pt x="65" y="31"/>
                  </a:moveTo>
                  <a:cubicBezTo>
                    <a:pt x="108" y="87"/>
                    <a:pt x="114" y="147"/>
                    <a:pt x="114" y="147"/>
                  </a:cubicBezTo>
                  <a:cubicBezTo>
                    <a:pt x="114" y="893"/>
                    <a:pt x="114" y="893"/>
                    <a:pt x="114" y="893"/>
                  </a:cubicBezTo>
                  <a:cubicBezTo>
                    <a:pt x="99" y="893"/>
                    <a:pt x="99" y="893"/>
                    <a:pt x="99" y="893"/>
                  </a:cubicBezTo>
                  <a:cubicBezTo>
                    <a:pt x="99" y="155"/>
                    <a:pt x="99" y="155"/>
                    <a:pt x="99" y="155"/>
                  </a:cubicBezTo>
                  <a:cubicBezTo>
                    <a:pt x="99" y="155"/>
                    <a:pt x="89" y="54"/>
                    <a:pt x="0" y="0"/>
                  </a:cubicBezTo>
                  <a:cubicBezTo>
                    <a:pt x="0" y="0"/>
                    <a:pt x="32" y="10"/>
                    <a:pt x="65" y="31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7233285" y="1153078"/>
              <a:ext cx="309512" cy="185911"/>
            </a:xfrm>
            <a:custGeom>
              <a:rect b="b" l="l" r="r" t="t"/>
              <a:pathLst>
                <a:path extrusionOk="0" h="127" w="212">
                  <a:moveTo>
                    <a:pt x="184" y="0"/>
                  </a:moveTo>
                  <a:cubicBezTo>
                    <a:pt x="184" y="0"/>
                    <a:pt x="85" y="80"/>
                    <a:pt x="6" y="5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116" y="127"/>
                    <a:pt x="212" y="37"/>
                  </a:cubicBezTo>
                  <a:lnTo>
                    <a:pt x="1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7233285" y="1194622"/>
              <a:ext cx="309512" cy="144367"/>
            </a:xfrm>
            <a:custGeom>
              <a:rect b="b" l="l" r="r" t="t"/>
              <a:pathLst>
                <a:path extrusionOk="0" h="99" w="212">
                  <a:moveTo>
                    <a:pt x="205" y="0"/>
                  </a:moveTo>
                  <a:cubicBezTo>
                    <a:pt x="212" y="9"/>
                    <a:pt x="212" y="9"/>
                    <a:pt x="212" y="9"/>
                  </a:cubicBezTo>
                  <a:cubicBezTo>
                    <a:pt x="116" y="99"/>
                    <a:pt x="0" y="49"/>
                    <a:pt x="0" y="4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2" y="43"/>
                    <a:pt x="121" y="74"/>
                    <a:pt x="205" y="0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7245749" y="1225780"/>
              <a:ext cx="294972" cy="175525"/>
            </a:xfrm>
            <a:custGeom>
              <a:rect b="b" l="l" r="r" t="t"/>
              <a:pathLst>
                <a:path extrusionOk="0" h="120" w="201">
                  <a:moveTo>
                    <a:pt x="197" y="48"/>
                  </a:moveTo>
                  <a:cubicBezTo>
                    <a:pt x="197" y="48"/>
                    <a:pt x="70" y="64"/>
                    <a:pt x="17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72" y="120"/>
                    <a:pt x="201" y="94"/>
                  </a:cubicBezTo>
                  <a:lnTo>
                    <a:pt x="197" y="4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5"/>
            <p:cNvSpPr/>
            <p:nvPr/>
          </p:nvSpPr>
          <p:spPr>
            <a:xfrm>
              <a:off x="7245749" y="1237205"/>
              <a:ext cx="294972" cy="164100"/>
            </a:xfrm>
            <a:custGeom>
              <a:rect b="b" l="l" r="r" t="t"/>
              <a:pathLst>
                <a:path extrusionOk="0" h="112" w="201">
                  <a:moveTo>
                    <a:pt x="200" y="75"/>
                  </a:moveTo>
                  <a:cubicBezTo>
                    <a:pt x="201" y="86"/>
                    <a:pt x="201" y="86"/>
                    <a:pt x="201" y="86"/>
                  </a:cubicBezTo>
                  <a:cubicBezTo>
                    <a:pt x="72" y="112"/>
                    <a:pt x="0" y="9"/>
                    <a:pt x="0" y="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6"/>
                    <a:pt x="89" y="93"/>
                    <a:pt x="200" y="75"/>
                  </a:cubicBezTo>
                  <a:close/>
                </a:path>
              </a:pathLst>
            </a:custGeom>
            <a:solidFill>
              <a:srgbClr val="753563">
                <a:alpha val="36250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5"/>
            <p:cNvSpPr/>
            <p:nvPr/>
          </p:nvSpPr>
          <p:spPr>
            <a:xfrm>
              <a:off x="6944546" y="841495"/>
              <a:ext cx="659530" cy="927476"/>
            </a:xfrm>
            <a:custGeom>
              <a:rect b="b" l="l" r="r" t="t"/>
              <a:pathLst>
                <a:path extrusionOk="0" h="633" w="451">
                  <a:moveTo>
                    <a:pt x="241" y="297"/>
                  </a:moveTo>
                  <a:cubicBezTo>
                    <a:pt x="241" y="297"/>
                    <a:pt x="326" y="266"/>
                    <a:pt x="336" y="180"/>
                  </a:cubicBezTo>
                  <a:cubicBezTo>
                    <a:pt x="346" y="93"/>
                    <a:pt x="264" y="0"/>
                    <a:pt x="162" y="48"/>
                  </a:cubicBezTo>
                  <a:cubicBezTo>
                    <a:pt x="60" y="96"/>
                    <a:pt x="0" y="249"/>
                    <a:pt x="19" y="382"/>
                  </a:cubicBezTo>
                  <a:cubicBezTo>
                    <a:pt x="36" y="494"/>
                    <a:pt x="97" y="633"/>
                    <a:pt x="214" y="629"/>
                  </a:cubicBezTo>
                  <a:cubicBezTo>
                    <a:pt x="321" y="626"/>
                    <a:pt x="451" y="441"/>
                    <a:pt x="241" y="29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5"/>
            <p:cNvSpPr/>
            <p:nvPr/>
          </p:nvSpPr>
          <p:spPr>
            <a:xfrm>
              <a:off x="6978821" y="877846"/>
              <a:ext cx="530740" cy="845428"/>
            </a:xfrm>
            <a:custGeom>
              <a:rect b="b" l="l" r="r" t="t"/>
              <a:pathLst>
                <a:path extrusionOk="0" h="577" w="363">
                  <a:moveTo>
                    <a:pt x="195" y="269"/>
                  </a:moveTo>
                  <a:cubicBezTo>
                    <a:pt x="195" y="269"/>
                    <a:pt x="265" y="239"/>
                    <a:pt x="275" y="160"/>
                  </a:cubicBezTo>
                  <a:cubicBezTo>
                    <a:pt x="285" y="82"/>
                    <a:pt x="219" y="0"/>
                    <a:pt x="136" y="46"/>
                  </a:cubicBezTo>
                  <a:cubicBezTo>
                    <a:pt x="52" y="92"/>
                    <a:pt x="0" y="232"/>
                    <a:pt x="13" y="352"/>
                  </a:cubicBezTo>
                  <a:cubicBezTo>
                    <a:pt x="24" y="453"/>
                    <a:pt x="71" y="577"/>
                    <a:pt x="167" y="571"/>
                  </a:cubicBezTo>
                  <a:cubicBezTo>
                    <a:pt x="254" y="564"/>
                    <a:pt x="363" y="393"/>
                    <a:pt x="195" y="26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7251980" y="1014943"/>
              <a:ext cx="110095" cy="162023"/>
            </a:xfrm>
            <a:custGeom>
              <a:rect b="b" l="l" r="r" t="t"/>
              <a:pathLst>
                <a:path extrusionOk="0" h="111" w="75">
                  <a:moveTo>
                    <a:pt x="43" y="0"/>
                  </a:moveTo>
                  <a:cubicBezTo>
                    <a:pt x="28" y="0"/>
                    <a:pt x="12" y="19"/>
                    <a:pt x="6" y="46"/>
                  </a:cubicBezTo>
                  <a:cubicBezTo>
                    <a:pt x="0" y="76"/>
                    <a:pt x="9" y="105"/>
                    <a:pt x="26" y="110"/>
                  </a:cubicBezTo>
                  <a:cubicBezTo>
                    <a:pt x="28" y="111"/>
                    <a:pt x="30" y="111"/>
                    <a:pt x="31" y="111"/>
                  </a:cubicBezTo>
                  <a:cubicBezTo>
                    <a:pt x="47" y="111"/>
                    <a:pt x="63" y="92"/>
                    <a:pt x="68" y="65"/>
                  </a:cubicBezTo>
                  <a:cubicBezTo>
                    <a:pt x="75" y="34"/>
                    <a:pt x="66" y="6"/>
                    <a:pt x="49" y="0"/>
                  </a:cubicBezTo>
                  <a:cubicBezTo>
                    <a:pt x="47" y="0"/>
                    <a:pt x="45" y="0"/>
                    <a:pt x="43" y="0"/>
                  </a:cubicBezTo>
                </a:path>
              </a:pathLst>
            </a:custGeom>
            <a:solidFill>
              <a:srgbClr val="FFFFFF">
                <a:alpha val="30379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7165774" y="1402343"/>
              <a:ext cx="203572" cy="267960"/>
            </a:xfrm>
            <a:custGeom>
              <a:rect b="b" l="l" r="r" t="t"/>
              <a:pathLst>
                <a:path extrusionOk="0" h="183" w="139">
                  <a:moveTo>
                    <a:pt x="89" y="0"/>
                  </a:moveTo>
                  <a:cubicBezTo>
                    <a:pt x="65" y="0"/>
                    <a:pt x="38" y="23"/>
                    <a:pt x="21" y="59"/>
                  </a:cubicBezTo>
                  <a:cubicBezTo>
                    <a:pt x="0" y="106"/>
                    <a:pt x="4" y="159"/>
                    <a:pt x="31" y="177"/>
                  </a:cubicBezTo>
                  <a:cubicBezTo>
                    <a:pt x="37" y="181"/>
                    <a:pt x="43" y="183"/>
                    <a:pt x="50" y="183"/>
                  </a:cubicBezTo>
                  <a:cubicBezTo>
                    <a:pt x="74" y="183"/>
                    <a:pt x="101" y="161"/>
                    <a:pt x="118" y="124"/>
                  </a:cubicBezTo>
                  <a:cubicBezTo>
                    <a:pt x="139" y="77"/>
                    <a:pt x="135" y="24"/>
                    <a:pt x="108" y="6"/>
                  </a:cubicBezTo>
                  <a:cubicBezTo>
                    <a:pt x="102" y="2"/>
                    <a:pt x="96" y="0"/>
                    <a:pt x="89" y="0"/>
                  </a:cubicBezTo>
                </a:path>
              </a:pathLst>
            </a:custGeom>
            <a:solidFill>
              <a:srgbClr val="FFFFFF">
                <a:alpha val="30379"/>
              </a:srgbClr>
            </a:solidFill>
            <a:ln>
              <a:noFill/>
            </a:ln>
          </p:spPr>
          <p:txBody>
            <a:bodyPr anchorCtr="0" anchor="t" bIns="55525" lIns="111050" spcFirstLastPara="1" rIns="111050" wrap="square" tIns="5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7" name="Google Shape;727;p35"/>
            <p:cNvGrpSpPr/>
            <p:nvPr/>
          </p:nvGrpSpPr>
          <p:grpSpPr>
            <a:xfrm>
              <a:off x="6816373" y="1088442"/>
              <a:ext cx="320589" cy="415160"/>
              <a:chOff x="811176" y="914913"/>
              <a:chExt cx="690478" cy="894164"/>
            </a:xfrm>
          </p:grpSpPr>
          <p:sp>
            <p:nvSpPr>
              <p:cNvPr id="728" name="Google Shape;728;p35"/>
              <p:cNvSpPr/>
              <p:nvPr/>
            </p:nvSpPr>
            <p:spPr>
              <a:xfrm>
                <a:off x="811176" y="1009126"/>
                <a:ext cx="486500" cy="799951"/>
              </a:xfrm>
              <a:custGeom>
                <a:rect b="b" l="l" r="r" t="t"/>
                <a:pathLst>
                  <a:path extrusionOk="0" h="506" w="308">
                    <a:moveTo>
                      <a:pt x="285" y="21"/>
                    </a:moveTo>
                    <a:cubicBezTo>
                      <a:pt x="248" y="0"/>
                      <a:pt x="248" y="0"/>
                      <a:pt x="248" y="0"/>
                    </a:cubicBezTo>
                    <a:cubicBezTo>
                      <a:pt x="248" y="0"/>
                      <a:pt x="236" y="13"/>
                      <a:pt x="227" y="11"/>
                    </a:cubicBezTo>
                    <a:cubicBezTo>
                      <a:pt x="217" y="9"/>
                      <a:pt x="195" y="0"/>
                      <a:pt x="195" y="0"/>
                    </a:cubicBezTo>
                    <a:cubicBezTo>
                      <a:pt x="195" y="0"/>
                      <a:pt x="183" y="6"/>
                      <a:pt x="174" y="11"/>
                    </a:cubicBezTo>
                    <a:cubicBezTo>
                      <a:pt x="165" y="15"/>
                      <a:pt x="159" y="4"/>
                      <a:pt x="148" y="11"/>
                    </a:cubicBezTo>
                    <a:cubicBezTo>
                      <a:pt x="137" y="17"/>
                      <a:pt x="125" y="27"/>
                      <a:pt x="125" y="27"/>
                    </a:cubicBezTo>
                    <a:cubicBezTo>
                      <a:pt x="125" y="27"/>
                      <a:pt x="125" y="30"/>
                      <a:pt x="120" y="35"/>
                    </a:cubicBezTo>
                    <a:cubicBezTo>
                      <a:pt x="115" y="41"/>
                      <a:pt x="107" y="46"/>
                      <a:pt x="98" y="51"/>
                    </a:cubicBezTo>
                    <a:cubicBezTo>
                      <a:pt x="89" y="56"/>
                      <a:pt x="113" y="54"/>
                      <a:pt x="68" y="71"/>
                    </a:cubicBezTo>
                    <a:cubicBezTo>
                      <a:pt x="23" y="89"/>
                      <a:pt x="30" y="96"/>
                      <a:pt x="31" y="106"/>
                    </a:cubicBezTo>
                    <a:cubicBezTo>
                      <a:pt x="32" y="116"/>
                      <a:pt x="39" y="121"/>
                      <a:pt x="30" y="137"/>
                    </a:cubicBezTo>
                    <a:cubicBezTo>
                      <a:pt x="22" y="153"/>
                      <a:pt x="9" y="161"/>
                      <a:pt x="17" y="172"/>
                    </a:cubicBezTo>
                    <a:cubicBezTo>
                      <a:pt x="25" y="184"/>
                      <a:pt x="36" y="183"/>
                      <a:pt x="29" y="197"/>
                    </a:cubicBezTo>
                    <a:cubicBezTo>
                      <a:pt x="23" y="211"/>
                      <a:pt x="22" y="183"/>
                      <a:pt x="23" y="211"/>
                    </a:cubicBezTo>
                    <a:cubicBezTo>
                      <a:pt x="24" y="240"/>
                      <a:pt x="28" y="239"/>
                      <a:pt x="21" y="254"/>
                    </a:cubicBezTo>
                    <a:cubicBezTo>
                      <a:pt x="14" y="269"/>
                      <a:pt x="20" y="258"/>
                      <a:pt x="15" y="281"/>
                    </a:cubicBezTo>
                    <a:cubicBezTo>
                      <a:pt x="9" y="303"/>
                      <a:pt x="3" y="312"/>
                      <a:pt x="5" y="317"/>
                    </a:cubicBezTo>
                    <a:cubicBezTo>
                      <a:pt x="7" y="322"/>
                      <a:pt x="0" y="294"/>
                      <a:pt x="13" y="332"/>
                    </a:cubicBezTo>
                    <a:cubicBezTo>
                      <a:pt x="26" y="369"/>
                      <a:pt x="37" y="367"/>
                      <a:pt x="41" y="382"/>
                    </a:cubicBezTo>
                    <a:cubicBezTo>
                      <a:pt x="45" y="396"/>
                      <a:pt x="44" y="406"/>
                      <a:pt x="46" y="414"/>
                    </a:cubicBezTo>
                    <a:cubicBezTo>
                      <a:pt x="48" y="423"/>
                      <a:pt x="64" y="413"/>
                      <a:pt x="68" y="428"/>
                    </a:cubicBezTo>
                    <a:cubicBezTo>
                      <a:pt x="72" y="442"/>
                      <a:pt x="72" y="436"/>
                      <a:pt x="74" y="447"/>
                    </a:cubicBezTo>
                    <a:cubicBezTo>
                      <a:pt x="76" y="458"/>
                      <a:pt x="85" y="472"/>
                      <a:pt x="92" y="472"/>
                    </a:cubicBezTo>
                    <a:cubicBezTo>
                      <a:pt x="99" y="472"/>
                      <a:pt x="111" y="482"/>
                      <a:pt x="120" y="490"/>
                    </a:cubicBezTo>
                    <a:cubicBezTo>
                      <a:pt x="129" y="498"/>
                      <a:pt x="142" y="480"/>
                      <a:pt x="153" y="490"/>
                    </a:cubicBezTo>
                    <a:cubicBezTo>
                      <a:pt x="164" y="500"/>
                      <a:pt x="169" y="498"/>
                      <a:pt x="175" y="502"/>
                    </a:cubicBezTo>
                    <a:cubicBezTo>
                      <a:pt x="182" y="506"/>
                      <a:pt x="185" y="497"/>
                      <a:pt x="207" y="490"/>
                    </a:cubicBezTo>
                    <a:cubicBezTo>
                      <a:pt x="230" y="484"/>
                      <a:pt x="244" y="468"/>
                      <a:pt x="244" y="468"/>
                    </a:cubicBezTo>
                    <a:cubicBezTo>
                      <a:pt x="244" y="468"/>
                      <a:pt x="280" y="447"/>
                      <a:pt x="280" y="447"/>
                    </a:cubicBezTo>
                    <a:cubicBezTo>
                      <a:pt x="280" y="446"/>
                      <a:pt x="304" y="437"/>
                      <a:pt x="304" y="422"/>
                    </a:cubicBezTo>
                    <a:cubicBezTo>
                      <a:pt x="304" y="406"/>
                      <a:pt x="308" y="399"/>
                      <a:pt x="299" y="372"/>
                    </a:cubicBezTo>
                    <a:cubicBezTo>
                      <a:pt x="289" y="344"/>
                      <a:pt x="282" y="340"/>
                      <a:pt x="285" y="306"/>
                    </a:cubicBezTo>
                    <a:cubicBezTo>
                      <a:pt x="287" y="272"/>
                      <a:pt x="298" y="258"/>
                      <a:pt x="297" y="217"/>
                    </a:cubicBezTo>
                    <a:cubicBezTo>
                      <a:pt x="296" y="175"/>
                      <a:pt x="292" y="137"/>
                      <a:pt x="297" y="119"/>
                    </a:cubicBezTo>
                    <a:cubicBezTo>
                      <a:pt x="301" y="102"/>
                      <a:pt x="285" y="21"/>
                      <a:pt x="285" y="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55525" lIns="111050" spcFirstLastPara="1" rIns="111050" wrap="square" tIns="555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8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9" name="Google Shape;729;p35"/>
              <p:cNvGrpSpPr/>
              <p:nvPr/>
            </p:nvGrpSpPr>
            <p:grpSpPr>
              <a:xfrm>
                <a:off x="897748" y="914913"/>
                <a:ext cx="603906" cy="860756"/>
                <a:chOff x="897748" y="914913"/>
                <a:chExt cx="603906" cy="860756"/>
              </a:xfrm>
            </p:grpSpPr>
            <p:sp>
              <p:nvSpPr>
                <p:cNvPr id="730" name="Google Shape;730;p35"/>
                <p:cNvSpPr/>
                <p:nvPr/>
              </p:nvSpPr>
              <p:spPr>
                <a:xfrm rot="371736">
                  <a:off x="938085" y="949377"/>
                  <a:ext cx="422825" cy="770442"/>
                </a:xfrm>
                <a:custGeom>
                  <a:rect b="b" l="l" r="r" t="t"/>
                  <a:pathLst>
                    <a:path extrusionOk="0" h="349" w="173">
                      <a:moveTo>
                        <a:pt x="113" y="349"/>
                      </a:moveTo>
                      <a:cubicBezTo>
                        <a:pt x="135" y="334"/>
                        <a:pt x="135" y="334"/>
                        <a:pt x="135" y="334"/>
                      </a:cubicBezTo>
                      <a:cubicBezTo>
                        <a:pt x="135" y="334"/>
                        <a:pt x="138" y="324"/>
                        <a:pt x="136" y="320"/>
                      </a:cubicBezTo>
                      <a:cubicBezTo>
                        <a:pt x="134" y="316"/>
                        <a:pt x="138" y="311"/>
                        <a:pt x="138" y="311"/>
                      </a:cubicBezTo>
                      <a:cubicBezTo>
                        <a:pt x="138" y="311"/>
                        <a:pt x="140" y="311"/>
                        <a:pt x="138" y="301"/>
                      </a:cubicBezTo>
                      <a:cubicBezTo>
                        <a:pt x="137" y="291"/>
                        <a:pt x="132" y="292"/>
                        <a:pt x="141" y="281"/>
                      </a:cubicBezTo>
                      <a:cubicBezTo>
                        <a:pt x="149" y="270"/>
                        <a:pt x="157" y="265"/>
                        <a:pt x="157" y="265"/>
                      </a:cubicBezTo>
                      <a:cubicBezTo>
                        <a:pt x="157" y="265"/>
                        <a:pt x="149" y="268"/>
                        <a:pt x="153" y="255"/>
                      </a:cubicBezTo>
                      <a:cubicBezTo>
                        <a:pt x="156" y="243"/>
                        <a:pt x="160" y="237"/>
                        <a:pt x="159" y="235"/>
                      </a:cubicBezTo>
                      <a:cubicBezTo>
                        <a:pt x="159" y="232"/>
                        <a:pt x="158" y="240"/>
                        <a:pt x="160" y="226"/>
                      </a:cubicBezTo>
                      <a:cubicBezTo>
                        <a:pt x="162" y="212"/>
                        <a:pt x="173" y="212"/>
                        <a:pt x="167" y="209"/>
                      </a:cubicBezTo>
                      <a:cubicBezTo>
                        <a:pt x="160" y="205"/>
                        <a:pt x="141" y="209"/>
                        <a:pt x="146" y="199"/>
                      </a:cubicBezTo>
                      <a:cubicBezTo>
                        <a:pt x="152" y="188"/>
                        <a:pt x="148" y="195"/>
                        <a:pt x="152" y="188"/>
                      </a:cubicBezTo>
                      <a:cubicBezTo>
                        <a:pt x="155" y="182"/>
                        <a:pt x="91" y="191"/>
                        <a:pt x="125" y="176"/>
                      </a:cubicBezTo>
                      <a:cubicBezTo>
                        <a:pt x="159" y="162"/>
                        <a:pt x="139" y="154"/>
                        <a:pt x="145" y="148"/>
                      </a:cubicBezTo>
                      <a:cubicBezTo>
                        <a:pt x="152" y="142"/>
                        <a:pt x="138" y="142"/>
                        <a:pt x="139" y="135"/>
                      </a:cubicBezTo>
                      <a:cubicBezTo>
                        <a:pt x="139" y="129"/>
                        <a:pt x="134" y="120"/>
                        <a:pt x="135" y="114"/>
                      </a:cubicBezTo>
                      <a:cubicBezTo>
                        <a:pt x="135" y="108"/>
                        <a:pt x="129" y="114"/>
                        <a:pt x="134" y="103"/>
                      </a:cubicBezTo>
                      <a:cubicBezTo>
                        <a:pt x="140" y="92"/>
                        <a:pt x="131" y="95"/>
                        <a:pt x="135" y="87"/>
                      </a:cubicBezTo>
                      <a:cubicBezTo>
                        <a:pt x="140" y="80"/>
                        <a:pt x="135" y="81"/>
                        <a:pt x="135" y="73"/>
                      </a:cubicBezTo>
                      <a:cubicBezTo>
                        <a:pt x="136" y="65"/>
                        <a:pt x="104" y="59"/>
                        <a:pt x="107" y="55"/>
                      </a:cubicBezTo>
                      <a:cubicBezTo>
                        <a:pt x="109" y="51"/>
                        <a:pt x="105" y="51"/>
                        <a:pt x="107" y="48"/>
                      </a:cubicBezTo>
                      <a:cubicBezTo>
                        <a:pt x="110" y="45"/>
                        <a:pt x="106" y="43"/>
                        <a:pt x="108" y="34"/>
                      </a:cubicBezTo>
                      <a:cubicBezTo>
                        <a:pt x="109" y="25"/>
                        <a:pt x="106" y="25"/>
                        <a:pt x="109" y="15"/>
                      </a:cubicBezTo>
                      <a:cubicBezTo>
                        <a:pt x="111" y="4"/>
                        <a:pt x="111" y="9"/>
                        <a:pt x="111" y="4"/>
                      </a:cubicBezTo>
                      <a:cubicBezTo>
                        <a:pt x="112" y="0"/>
                        <a:pt x="0" y="109"/>
                        <a:pt x="16" y="194"/>
                      </a:cubicBezTo>
                      <a:cubicBezTo>
                        <a:pt x="32" y="280"/>
                        <a:pt x="113" y="349"/>
                        <a:pt x="113" y="3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55525" lIns="111050" spcFirstLastPara="1" rIns="111050" wrap="square" tIns="555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187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35"/>
                <p:cNvSpPr/>
                <p:nvPr/>
              </p:nvSpPr>
              <p:spPr>
                <a:xfrm rot="355927">
                  <a:off x="1015057" y="935738"/>
                  <a:ext cx="445456" cy="819106"/>
                </a:xfrm>
                <a:custGeom>
                  <a:rect b="b" l="l" r="r" t="t"/>
                  <a:pathLst>
                    <a:path extrusionOk="0" h="349" w="173">
                      <a:moveTo>
                        <a:pt x="113" y="349"/>
                      </a:moveTo>
                      <a:cubicBezTo>
                        <a:pt x="135" y="334"/>
                        <a:pt x="135" y="334"/>
                        <a:pt x="135" y="334"/>
                      </a:cubicBezTo>
                      <a:cubicBezTo>
                        <a:pt x="135" y="334"/>
                        <a:pt x="138" y="324"/>
                        <a:pt x="136" y="320"/>
                      </a:cubicBezTo>
                      <a:cubicBezTo>
                        <a:pt x="134" y="316"/>
                        <a:pt x="138" y="311"/>
                        <a:pt x="138" y="311"/>
                      </a:cubicBezTo>
                      <a:cubicBezTo>
                        <a:pt x="138" y="311"/>
                        <a:pt x="140" y="311"/>
                        <a:pt x="138" y="301"/>
                      </a:cubicBezTo>
                      <a:cubicBezTo>
                        <a:pt x="137" y="291"/>
                        <a:pt x="132" y="292"/>
                        <a:pt x="141" y="281"/>
                      </a:cubicBezTo>
                      <a:cubicBezTo>
                        <a:pt x="149" y="270"/>
                        <a:pt x="157" y="265"/>
                        <a:pt x="157" y="265"/>
                      </a:cubicBezTo>
                      <a:cubicBezTo>
                        <a:pt x="157" y="265"/>
                        <a:pt x="149" y="268"/>
                        <a:pt x="153" y="255"/>
                      </a:cubicBezTo>
                      <a:cubicBezTo>
                        <a:pt x="156" y="243"/>
                        <a:pt x="160" y="237"/>
                        <a:pt x="159" y="235"/>
                      </a:cubicBezTo>
                      <a:cubicBezTo>
                        <a:pt x="159" y="232"/>
                        <a:pt x="158" y="240"/>
                        <a:pt x="160" y="226"/>
                      </a:cubicBezTo>
                      <a:cubicBezTo>
                        <a:pt x="162" y="212"/>
                        <a:pt x="173" y="212"/>
                        <a:pt x="167" y="209"/>
                      </a:cubicBezTo>
                      <a:cubicBezTo>
                        <a:pt x="160" y="205"/>
                        <a:pt x="141" y="209"/>
                        <a:pt x="146" y="199"/>
                      </a:cubicBezTo>
                      <a:cubicBezTo>
                        <a:pt x="152" y="188"/>
                        <a:pt x="148" y="195"/>
                        <a:pt x="152" y="188"/>
                      </a:cubicBezTo>
                      <a:cubicBezTo>
                        <a:pt x="155" y="182"/>
                        <a:pt x="91" y="191"/>
                        <a:pt x="125" y="176"/>
                      </a:cubicBezTo>
                      <a:cubicBezTo>
                        <a:pt x="159" y="162"/>
                        <a:pt x="139" y="154"/>
                        <a:pt x="145" y="148"/>
                      </a:cubicBezTo>
                      <a:cubicBezTo>
                        <a:pt x="152" y="142"/>
                        <a:pt x="138" y="142"/>
                        <a:pt x="139" y="135"/>
                      </a:cubicBezTo>
                      <a:cubicBezTo>
                        <a:pt x="139" y="129"/>
                        <a:pt x="134" y="120"/>
                        <a:pt x="135" y="114"/>
                      </a:cubicBezTo>
                      <a:cubicBezTo>
                        <a:pt x="135" y="108"/>
                        <a:pt x="129" y="114"/>
                        <a:pt x="134" y="103"/>
                      </a:cubicBezTo>
                      <a:cubicBezTo>
                        <a:pt x="140" y="92"/>
                        <a:pt x="131" y="95"/>
                        <a:pt x="135" y="87"/>
                      </a:cubicBezTo>
                      <a:cubicBezTo>
                        <a:pt x="140" y="80"/>
                        <a:pt x="135" y="81"/>
                        <a:pt x="135" y="73"/>
                      </a:cubicBezTo>
                      <a:cubicBezTo>
                        <a:pt x="136" y="65"/>
                        <a:pt x="104" y="59"/>
                        <a:pt x="107" y="55"/>
                      </a:cubicBezTo>
                      <a:cubicBezTo>
                        <a:pt x="109" y="51"/>
                        <a:pt x="105" y="51"/>
                        <a:pt x="107" y="48"/>
                      </a:cubicBezTo>
                      <a:cubicBezTo>
                        <a:pt x="110" y="45"/>
                        <a:pt x="106" y="43"/>
                        <a:pt x="108" y="34"/>
                      </a:cubicBezTo>
                      <a:cubicBezTo>
                        <a:pt x="109" y="25"/>
                        <a:pt x="106" y="25"/>
                        <a:pt x="109" y="15"/>
                      </a:cubicBezTo>
                      <a:cubicBezTo>
                        <a:pt x="111" y="4"/>
                        <a:pt x="111" y="9"/>
                        <a:pt x="111" y="4"/>
                      </a:cubicBezTo>
                      <a:cubicBezTo>
                        <a:pt x="112" y="0"/>
                        <a:pt x="0" y="109"/>
                        <a:pt x="16" y="194"/>
                      </a:cubicBezTo>
                      <a:cubicBezTo>
                        <a:pt x="32" y="280"/>
                        <a:pt x="113" y="349"/>
                        <a:pt x="113" y="34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55525" lIns="111050" spcFirstLastPara="1" rIns="111050" wrap="square" tIns="555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187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32" name="Google Shape;732;p35"/>
              <p:cNvSpPr/>
              <p:nvPr/>
            </p:nvSpPr>
            <p:spPr>
              <a:xfrm rot="8410098">
                <a:off x="1125955" y="1410710"/>
                <a:ext cx="85503" cy="206267"/>
              </a:xfrm>
              <a:custGeom>
                <a:rect b="b" l="l" r="r" t="t"/>
                <a:pathLst>
                  <a:path extrusionOk="0" h="258" w="204">
                    <a:moveTo>
                      <a:pt x="96" y="0"/>
                    </a:moveTo>
                    <a:cubicBezTo>
                      <a:pt x="52" y="0"/>
                      <a:pt x="56" y="56"/>
                      <a:pt x="43" y="121"/>
                    </a:cubicBezTo>
                    <a:cubicBezTo>
                      <a:pt x="29" y="191"/>
                      <a:pt x="0" y="245"/>
                      <a:pt x="59" y="256"/>
                    </a:cubicBezTo>
                    <a:cubicBezTo>
                      <a:pt x="65" y="258"/>
                      <a:pt x="71" y="258"/>
                      <a:pt x="77" y="258"/>
                    </a:cubicBezTo>
                    <a:cubicBezTo>
                      <a:pt x="129" y="258"/>
                      <a:pt x="178" y="213"/>
                      <a:pt x="190" y="150"/>
                    </a:cubicBezTo>
                    <a:cubicBezTo>
                      <a:pt x="204" y="80"/>
                      <a:pt x="168" y="13"/>
                      <a:pt x="109" y="2"/>
                    </a:cubicBezTo>
                    <a:cubicBezTo>
                      <a:pt x="104" y="1"/>
                      <a:pt x="100" y="0"/>
                      <a:pt x="96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55525" lIns="111050" spcFirstLastPara="1" rIns="111050" wrap="square" tIns="555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8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6"/>
          <p:cNvSpPr txBox="1"/>
          <p:nvPr>
            <p:ph type="title"/>
          </p:nvPr>
        </p:nvSpPr>
        <p:spPr>
          <a:xfrm>
            <a:off x="128625" y="449400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 Analysis</a:t>
            </a:r>
            <a:endParaRPr/>
          </a:p>
        </p:txBody>
      </p:sp>
      <p:pic>
        <p:nvPicPr>
          <p:cNvPr id="738" name="Google Shape;738;p36" title="Screenshot 2026-02-17 at 9.28.0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300" y="1460375"/>
            <a:ext cx="4547206" cy="245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9" name="Google Shape;739;p36"/>
          <p:cNvSpPr txBox="1"/>
          <p:nvPr/>
        </p:nvSpPr>
        <p:spPr>
          <a:xfrm>
            <a:off x="128625" y="1218675"/>
            <a:ext cx="34218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 findings: 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Seniors (60–74) are the largest group (n=131) with the highest CKD rate at 78.6%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Sharpest rise occurs at age 45 — CKD rate more than doubles from 31% to 65%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Young patients (0–29) sit at 50% despite low risk — likely congenital causes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Elderly rate dips slightly to 75% — probable survivor bias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7"/>
          <p:cNvSpPr txBox="1"/>
          <p:nvPr>
            <p:ph type="title"/>
          </p:nvPr>
        </p:nvSpPr>
        <p:spPr>
          <a:xfrm>
            <a:off x="243525" y="27947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Blood Pressure Analysis</a:t>
            </a:r>
            <a:endParaRPr/>
          </a:p>
        </p:txBody>
      </p:sp>
      <p:sp>
        <p:nvSpPr>
          <p:cNvPr id="745" name="Google Shape;745;p37"/>
          <p:cNvSpPr txBox="1"/>
          <p:nvPr>
            <p:ph idx="1" type="body"/>
          </p:nvPr>
        </p:nvSpPr>
        <p:spPr>
          <a:xfrm>
            <a:off x="154425" y="1305825"/>
            <a:ext cx="4030200" cy="30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Key findings: 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Every single patient with Stage 1 or Stage 2 hypertension had CKD.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The relationship is not perfectly linear (Normal 66% &gt; Elevated 44%), which suggests other factors play a role.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Positive relationship overall from Low Blood Pressure Category  to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Hypertension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6" name="Google Shape;746;p37"/>
          <p:cNvPicPr preferRelativeResize="0"/>
          <p:nvPr/>
        </p:nvPicPr>
        <p:blipFill rotWithShape="1">
          <a:blip r:embed="rId3">
            <a:alphaModFix/>
          </a:blip>
          <a:srcRect b="-8529" l="0" r="0" t="8530"/>
          <a:stretch/>
        </p:blipFill>
        <p:spPr>
          <a:xfrm>
            <a:off x="4252450" y="1436150"/>
            <a:ext cx="4351250" cy="2459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8"/>
          <p:cNvSpPr txBox="1"/>
          <p:nvPr>
            <p:ph type="title"/>
          </p:nvPr>
        </p:nvSpPr>
        <p:spPr>
          <a:xfrm>
            <a:off x="119075" y="322150"/>
            <a:ext cx="53835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Hemoglobin Analysis</a:t>
            </a:r>
            <a:endParaRPr/>
          </a:p>
        </p:txBody>
      </p:sp>
      <p:sp>
        <p:nvSpPr>
          <p:cNvPr id="752" name="Google Shape;752;p38"/>
          <p:cNvSpPr txBox="1"/>
          <p:nvPr>
            <p:ph idx="1" type="body"/>
          </p:nvPr>
        </p:nvSpPr>
        <p:spPr>
          <a:xfrm>
            <a:off x="119075" y="1008338"/>
            <a:ext cx="3831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Key findings: 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Severely low hemoglobin levels = patient isn't able to efficiently transfer oxygen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500"/>
              <a:t>Low hemoglobin levels are associated with CKD prevalence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100% of patients in this dataset with Severe, Moderate, or Mild anemia have CKD </a:t>
            </a:r>
            <a:endParaRPr sz="1500"/>
          </a:p>
        </p:txBody>
      </p:sp>
      <p:pic>
        <p:nvPicPr>
          <p:cNvPr id="753" name="Google Shape;7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500" y="904866"/>
            <a:ext cx="3831000" cy="322323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9"/>
          <p:cNvSpPr txBox="1"/>
          <p:nvPr>
            <p:ph type="title"/>
          </p:nvPr>
        </p:nvSpPr>
        <p:spPr>
          <a:xfrm>
            <a:off x="175800" y="331350"/>
            <a:ext cx="64344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Glucose Analysis - Diabetes as a CKD Driver</a:t>
            </a:r>
            <a:endParaRPr/>
          </a:p>
        </p:txBody>
      </p:sp>
      <p:sp>
        <p:nvSpPr>
          <p:cNvPr id="759" name="Google Shape;759;p39"/>
          <p:cNvSpPr txBox="1"/>
          <p:nvPr>
            <p:ph idx="1" type="body"/>
          </p:nvPr>
        </p:nvSpPr>
        <p:spPr>
          <a:xfrm>
            <a:off x="370300" y="134190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Findings: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Diabetic-range glucose patients had the highest CKD prevalence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CKD rate increases across glycemic categories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Strong association between diabetes and kidney dysfunction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Clinical Interpretation: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Chronic hyperglycemia damages kidney filtration units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Diabetes is a primary upstream cause of CKD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Implication: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Elevated glucose should automatically trigger kidney function testing</a:t>
            </a:r>
            <a:endParaRPr/>
          </a:p>
        </p:txBody>
      </p:sp>
      <p:pic>
        <p:nvPicPr>
          <p:cNvPr id="760" name="Google Shape;760;p39" title="output.png"/>
          <p:cNvPicPr preferRelativeResize="0"/>
          <p:nvPr/>
        </p:nvPicPr>
        <p:blipFill rotWithShape="1">
          <a:blip r:embed="rId3">
            <a:alphaModFix/>
          </a:blip>
          <a:srcRect b="-1399" l="-765" r="-11872" t="0"/>
          <a:stretch/>
        </p:blipFill>
        <p:spPr>
          <a:xfrm>
            <a:off x="4354625" y="1255950"/>
            <a:ext cx="3297000" cy="291143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0"/>
          <p:cNvSpPr txBox="1"/>
          <p:nvPr>
            <p:ph type="title"/>
          </p:nvPr>
        </p:nvSpPr>
        <p:spPr>
          <a:xfrm>
            <a:off x="97850" y="29047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CKD Triad</a:t>
            </a:r>
            <a:endParaRPr/>
          </a:p>
        </p:txBody>
      </p:sp>
      <p:sp>
        <p:nvSpPr>
          <p:cNvPr id="766" name="Google Shape;766;p40"/>
          <p:cNvSpPr txBox="1"/>
          <p:nvPr>
            <p:ph idx="1" type="body"/>
          </p:nvPr>
        </p:nvSpPr>
        <p:spPr>
          <a:xfrm>
            <a:off x="213375" y="776050"/>
            <a:ext cx="4268100" cy="4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The CKD Feedback Cycle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Diabetes → CKD: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Diabetes damages the kidney filters, leading to CKD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Hypertension → CKD: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Hypertension damages kidney blood vessels, leading to CKD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CKD → Hypertension: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CKD prevents removal of fluid, raising blood pressure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CKD → Anemia: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CKD reduces erythropoietin, causing Anemia</a:t>
            </a: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Cycle effect: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Diabetes and Hypertension drive CKD, and CKD reinforces Hypertension while causing Anemia.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Anemia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affects everything by delivering less oxygen to the organs.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3540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7" name="Google Shape;7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229" y="1709175"/>
            <a:ext cx="4606649" cy="15355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8" name="Google Shape;768;p40"/>
          <p:cNvSpPr txBox="1"/>
          <p:nvPr/>
        </p:nvSpPr>
        <p:spPr>
          <a:xfrm>
            <a:off x="4380404" y="3244725"/>
            <a:ext cx="45255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Key Finding: High 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likelihood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that if you have one of the 3 conditions, you are at risk or have the other 2</a:t>
            </a:r>
            <a:endParaRPr sz="1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1"/>
          <p:cNvSpPr txBox="1"/>
          <p:nvPr>
            <p:ph type="title"/>
          </p:nvPr>
        </p:nvSpPr>
        <p:spPr>
          <a:xfrm>
            <a:off x="300575" y="13597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Screening Recommendations</a:t>
            </a:r>
            <a:endParaRPr/>
          </a:p>
        </p:txBody>
      </p:sp>
      <p:sp>
        <p:nvSpPr>
          <p:cNvPr id="774" name="Google Shape;774;p41"/>
          <p:cNvSpPr txBox="1"/>
          <p:nvPr>
            <p:ph idx="1" type="body"/>
          </p:nvPr>
        </p:nvSpPr>
        <p:spPr>
          <a:xfrm>
            <a:off x="198675" y="1086150"/>
            <a:ext cx="4933800" cy="29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Screen patients with high blood pressure first: every patient with BP 90+  had CKD in our data 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Check blood urea and creatinine alongside blood pressure — CKD patients had double the urea levels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Flag diabetic patients for kidney labs automatically       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              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Track hemoglobin in CKD patients — drops may signal worsening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A binary classification model could automate all of this from routine lab work.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75" name="Google Shape;775;p41"/>
          <p:cNvGrpSpPr/>
          <p:nvPr/>
        </p:nvGrpSpPr>
        <p:grpSpPr>
          <a:xfrm>
            <a:off x="5527478" y="1006144"/>
            <a:ext cx="3189017" cy="3131210"/>
            <a:chOff x="1509925" y="1019416"/>
            <a:chExt cx="3694413" cy="3627444"/>
          </a:xfrm>
        </p:grpSpPr>
        <p:grpSp>
          <p:nvGrpSpPr>
            <p:cNvPr id="776" name="Google Shape;776;p41"/>
            <p:cNvGrpSpPr/>
            <p:nvPr/>
          </p:nvGrpSpPr>
          <p:grpSpPr>
            <a:xfrm>
              <a:off x="1509925" y="1019416"/>
              <a:ext cx="2176582" cy="3309849"/>
              <a:chOff x="6685107" y="211567"/>
              <a:chExt cx="1678554" cy="2552517"/>
            </a:xfrm>
          </p:grpSpPr>
          <p:sp>
            <p:nvSpPr>
              <p:cNvPr id="777" name="Google Shape;777;p41"/>
              <p:cNvSpPr/>
              <p:nvPr/>
            </p:nvSpPr>
            <p:spPr>
              <a:xfrm>
                <a:off x="6685107" y="492444"/>
                <a:ext cx="1678554" cy="2271640"/>
              </a:xfrm>
              <a:custGeom>
                <a:rect b="b" l="l" r="r" t="t"/>
                <a:pathLst>
                  <a:path extrusionOk="0" h="1440" w="1065">
                    <a:moveTo>
                      <a:pt x="1065" y="1390"/>
                    </a:moveTo>
                    <a:cubicBezTo>
                      <a:pt x="1065" y="1417"/>
                      <a:pt x="1042" y="1440"/>
                      <a:pt x="1015" y="1440"/>
                    </a:cubicBezTo>
                    <a:cubicBezTo>
                      <a:pt x="49" y="1440"/>
                      <a:pt x="49" y="1440"/>
                      <a:pt x="49" y="1440"/>
                    </a:cubicBezTo>
                    <a:cubicBezTo>
                      <a:pt x="22" y="1440"/>
                      <a:pt x="0" y="1417"/>
                      <a:pt x="0" y="139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23"/>
                      <a:pt x="22" y="0"/>
                      <a:pt x="49" y="0"/>
                    </a:cubicBezTo>
                    <a:cubicBezTo>
                      <a:pt x="1015" y="0"/>
                      <a:pt x="1015" y="0"/>
                      <a:pt x="1015" y="0"/>
                    </a:cubicBezTo>
                    <a:cubicBezTo>
                      <a:pt x="1042" y="0"/>
                      <a:pt x="1065" y="23"/>
                      <a:pt x="1065" y="50"/>
                    </a:cubicBezTo>
                    <a:cubicBezTo>
                      <a:pt x="1065" y="1390"/>
                      <a:pt x="1065" y="1390"/>
                      <a:pt x="1065" y="139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6871842" y="729325"/>
                <a:ext cx="1413600" cy="1917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6762321" y="580848"/>
                <a:ext cx="1523100" cy="2065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6990604" y="211567"/>
                <a:ext cx="1067561" cy="436423"/>
              </a:xfrm>
              <a:custGeom>
                <a:rect b="b" l="l" r="r" t="t"/>
                <a:pathLst>
                  <a:path extrusionOk="0" h="277" w="677">
                    <a:moveTo>
                      <a:pt x="659" y="244"/>
                    </a:moveTo>
                    <a:cubicBezTo>
                      <a:pt x="630" y="177"/>
                      <a:pt x="630" y="177"/>
                      <a:pt x="630" y="177"/>
                    </a:cubicBezTo>
                    <a:cubicBezTo>
                      <a:pt x="613" y="158"/>
                      <a:pt x="577" y="143"/>
                      <a:pt x="552" y="143"/>
                    </a:cubicBezTo>
                    <a:cubicBezTo>
                      <a:pt x="401" y="143"/>
                      <a:pt x="401" y="143"/>
                      <a:pt x="401" y="143"/>
                    </a:cubicBezTo>
                    <a:cubicBezTo>
                      <a:pt x="401" y="56"/>
                      <a:pt x="401" y="56"/>
                      <a:pt x="401" y="56"/>
                    </a:cubicBezTo>
                    <a:cubicBezTo>
                      <a:pt x="401" y="25"/>
                      <a:pt x="376" y="0"/>
                      <a:pt x="345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00" y="0"/>
                      <a:pt x="275" y="25"/>
                      <a:pt x="275" y="56"/>
                    </a:cubicBezTo>
                    <a:cubicBezTo>
                      <a:pt x="275" y="143"/>
                      <a:pt x="275" y="143"/>
                      <a:pt x="275" y="143"/>
                    </a:cubicBezTo>
                    <a:cubicBezTo>
                      <a:pt x="125" y="143"/>
                      <a:pt x="125" y="143"/>
                      <a:pt x="125" y="143"/>
                    </a:cubicBezTo>
                    <a:cubicBezTo>
                      <a:pt x="99" y="143"/>
                      <a:pt x="64" y="158"/>
                      <a:pt x="46" y="177"/>
                    </a:cubicBezTo>
                    <a:cubicBezTo>
                      <a:pt x="17" y="244"/>
                      <a:pt x="17" y="244"/>
                      <a:pt x="17" y="244"/>
                    </a:cubicBezTo>
                    <a:cubicBezTo>
                      <a:pt x="0" y="262"/>
                      <a:pt x="6" y="277"/>
                      <a:pt x="32" y="277"/>
                    </a:cubicBezTo>
                    <a:cubicBezTo>
                      <a:pt x="645" y="277"/>
                      <a:pt x="645" y="277"/>
                      <a:pt x="645" y="277"/>
                    </a:cubicBezTo>
                    <a:cubicBezTo>
                      <a:pt x="670" y="277"/>
                      <a:pt x="677" y="262"/>
                      <a:pt x="659" y="244"/>
                    </a:cubicBezTo>
                    <a:close/>
                    <a:moveTo>
                      <a:pt x="338" y="101"/>
                    </a:moveTo>
                    <a:cubicBezTo>
                      <a:pt x="318" y="101"/>
                      <a:pt x="301" y="85"/>
                      <a:pt x="301" y="64"/>
                    </a:cubicBezTo>
                    <a:cubicBezTo>
                      <a:pt x="301" y="44"/>
                      <a:pt x="318" y="27"/>
                      <a:pt x="338" y="27"/>
                    </a:cubicBezTo>
                    <a:cubicBezTo>
                      <a:pt x="359" y="27"/>
                      <a:pt x="375" y="44"/>
                      <a:pt x="375" y="64"/>
                    </a:cubicBezTo>
                    <a:cubicBezTo>
                      <a:pt x="375" y="85"/>
                      <a:pt x="359" y="101"/>
                      <a:pt x="338" y="1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41"/>
              <p:cNvSpPr/>
              <p:nvPr/>
            </p:nvSpPr>
            <p:spPr>
              <a:xfrm>
                <a:off x="6990604" y="580848"/>
                <a:ext cx="1067561" cy="67142"/>
              </a:xfrm>
              <a:custGeom>
                <a:rect b="b" l="l" r="r" t="t"/>
                <a:pathLst>
                  <a:path extrusionOk="0" h="43" w="677">
                    <a:moveTo>
                      <a:pt x="17" y="10"/>
                    </a:moveTo>
                    <a:cubicBezTo>
                      <a:pt x="0" y="28"/>
                      <a:pt x="6" y="43"/>
                      <a:pt x="32" y="43"/>
                    </a:cubicBezTo>
                    <a:cubicBezTo>
                      <a:pt x="645" y="43"/>
                      <a:pt x="645" y="43"/>
                      <a:pt x="645" y="43"/>
                    </a:cubicBezTo>
                    <a:cubicBezTo>
                      <a:pt x="670" y="43"/>
                      <a:pt x="677" y="28"/>
                      <a:pt x="659" y="10"/>
                    </a:cubicBezTo>
                    <a:cubicBezTo>
                      <a:pt x="655" y="0"/>
                      <a:pt x="655" y="0"/>
                      <a:pt x="655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41"/>
              <p:cNvSpPr/>
              <p:nvPr/>
            </p:nvSpPr>
            <p:spPr>
              <a:xfrm>
                <a:off x="7595768" y="1338988"/>
                <a:ext cx="213958" cy="1307607"/>
              </a:xfrm>
              <a:custGeom>
                <a:rect b="b" l="l" r="r" t="t"/>
                <a:pathLst>
                  <a:path extrusionOk="0" h="893" w="146">
                    <a:moveTo>
                      <a:pt x="146" y="0"/>
                    </a:moveTo>
                    <a:cubicBezTo>
                      <a:pt x="146" y="0"/>
                      <a:pt x="0" y="47"/>
                      <a:pt x="0" y="155"/>
                    </a:cubicBezTo>
                    <a:cubicBezTo>
                      <a:pt x="0" y="263"/>
                      <a:pt x="0" y="893"/>
                      <a:pt x="0" y="893"/>
                    </a:cubicBezTo>
                    <a:cubicBezTo>
                      <a:pt x="48" y="893"/>
                      <a:pt x="48" y="893"/>
                      <a:pt x="48" y="893"/>
                    </a:cubicBezTo>
                    <a:cubicBezTo>
                      <a:pt x="48" y="155"/>
                      <a:pt x="48" y="155"/>
                      <a:pt x="48" y="155"/>
                    </a:cubicBezTo>
                    <a:cubicBezTo>
                      <a:pt x="48" y="155"/>
                      <a:pt x="57" y="54"/>
                      <a:pt x="1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41"/>
              <p:cNvSpPr/>
              <p:nvPr/>
            </p:nvSpPr>
            <p:spPr>
              <a:xfrm>
                <a:off x="7644583" y="1338988"/>
                <a:ext cx="165142" cy="1307607"/>
              </a:xfrm>
              <a:custGeom>
                <a:rect b="b" l="l" r="r" t="t"/>
                <a:pathLst>
                  <a:path extrusionOk="0" h="893" w="113">
                    <a:moveTo>
                      <a:pt x="48" y="31"/>
                    </a:moveTo>
                    <a:cubicBezTo>
                      <a:pt x="5" y="87"/>
                      <a:pt x="0" y="147"/>
                      <a:pt x="0" y="147"/>
                    </a:cubicBezTo>
                    <a:cubicBezTo>
                      <a:pt x="0" y="893"/>
                      <a:pt x="0" y="893"/>
                      <a:pt x="0" y="893"/>
                    </a:cubicBezTo>
                    <a:cubicBezTo>
                      <a:pt x="15" y="893"/>
                      <a:pt x="15" y="893"/>
                      <a:pt x="15" y="893"/>
                    </a:cubicBezTo>
                    <a:cubicBezTo>
                      <a:pt x="15" y="155"/>
                      <a:pt x="15" y="155"/>
                      <a:pt x="15" y="155"/>
                    </a:cubicBezTo>
                    <a:cubicBezTo>
                      <a:pt x="15" y="155"/>
                      <a:pt x="24" y="54"/>
                      <a:pt x="113" y="0"/>
                    </a:cubicBezTo>
                    <a:cubicBezTo>
                      <a:pt x="113" y="0"/>
                      <a:pt x="82" y="10"/>
                      <a:pt x="48" y="31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41"/>
              <p:cNvSpPr/>
              <p:nvPr/>
            </p:nvSpPr>
            <p:spPr>
              <a:xfrm>
                <a:off x="7613425" y="1153078"/>
                <a:ext cx="310551" cy="185911"/>
              </a:xfrm>
              <a:custGeom>
                <a:rect b="b" l="l" r="r" t="t"/>
                <a:pathLst>
                  <a:path extrusionOk="0" h="127" w="212">
                    <a:moveTo>
                      <a:pt x="28" y="0"/>
                    </a:moveTo>
                    <a:cubicBezTo>
                      <a:pt x="28" y="0"/>
                      <a:pt x="128" y="80"/>
                      <a:pt x="206" y="53"/>
                    </a:cubicBezTo>
                    <a:cubicBezTo>
                      <a:pt x="212" y="77"/>
                      <a:pt x="212" y="77"/>
                      <a:pt x="212" y="77"/>
                    </a:cubicBezTo>
                    <a:cubicBezTo>
                      <a:pt x="212" y="77"/>
                      <a:pt x="96" y="127"/>
                      <a:pt x="0" y="37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41"/>
              <p:cNvSpPr/>
              <p:nvPr/>
            </p:nvSpPr>
            <p:spPr>
              <a:xfrm>
                <a:off x="7613425" y="1194622"/>
                <a:ext cx="310551" cy="144367"/>
              </a:xfrm>
              <a:custGeom>
                <a:rect b="b" l="l" r="r" t="t"/>
                <a:pathLst>
                  <a:path extrusionOk="0" h="99" w="212">
                    <a:moveTo>
                      <a:pt x="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6" y="99"/>
                      <a:pt x="212" y="49"/>
                      <a:pt x="212" y="49"/>
                    </a:cubicBezTo>
                    <a:cubicBezTo>
                      <a:pt x="209" y="36"/>
                      <a:pt x="209" y="36"/>
                      <a:pt x="209" y="36"/>
                    </a:cubicBezTo>
                    <a:cubicBezTo>
                      <a:pt x="190" y="43"/>
                      <a:pt x="92" y="74"/>
                      <a:pt x="7" y="0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41"/>
              <p:cNvSpPr/>
              <p:nvPr/>
            </p:nvSpPr>
            <p:spPr>
              <a:xfrm>
                <a:off x="7616540" y="1225780"/>
                <a:ext cx="294972" cy="175525"/>
              </a:xfrm>
              <a:custGeom>
                <a:rect b="b" l="l" r="r" t="t"/>
                <a:pathLst>
                  <a:path extrusionOk="0" h="120" w="202">
                    <a:moveTo>
                      <a:pt x="4" y="48"/>
                    </a:moveTo>
                    <a:cubicBezTo>
                      <a:pt x="4" y="48"/>
                      <a:pt x="132" y="64"/>
                      <a:pt x="184" y="0"/>
                    </a:cubicBezTo>
                    <a:cubicBezTo>
                      <a:pt x="202" y="17"/>
                      <a:pt x="202" y="17"/>
                      <a:pt x="202" y="17"/>
                    </a:cubicBezTo>
                    <a:cubicBezTo>
                      <a:pt x="202" y="17"/>
                      <a:pt x="129" y="120"/>
                      <a:pt x="0" y="94"/>
                    </a:cubicBezTo>
                    <a:lnTo>
                      <a:pt x="4" y="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41"/>
              <p:cNvSpPr/>
              <p:nvPr/>
            </p:nvSpPr>
            <p:spPr>
              <a:xfrm>
                <a:off x="7616540" y="1237205"/>
                <a:ext cx="294972" cy="164100"/>
              </a:xfrm>
              <a:custGeom>
                <a:rect b="b" l="l" r="r" t="t"/>
                <a:pathLst>
                  <a:path extrusionOk="0" h="112" w="202">
                    <a:moveTo>
                      <a:pt x="1" y="75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129" y="112"/>
                      <a:pt x="202" y="9"/>
                      <a:pt x="202" y="9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79" y="16"/>
                      <a:pt x="112" y="93"/>
                      <a:pt x="1" y="75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41"/>
              <p:cNvSpPr/>
              <p:nvPr/>
            </p:nvSpPr>
            <p:spPr>
              <a:xfrm>
                <a:off x="7553183" y="841495"/>
                <a:ext cx="658493" cy="927476"/>
              </a:xfrm>
              <a:custGeom>
                <a:rect b="b" l="l" r="r" t="t"/>
                <a:pathLst>
                  <a:path extrusionOk="0" h="633" w="450">
                    <a:moveTo>
                      <a:pt x="209" y="297"/>
                    </a:moveTo>
                    <a:cubicBezTo>
                      <a:pt x="209" y="297"/>
                      <a:pt x="124" y="266"/>
                      <a:pt x="114" y="180"/>
                    </a:cubicBezTo>
                    <a:cubicBezTo>
                      <a:pt x="104" y="93"/>
                      <a:pt x="187" y="0"/>
                      <a:pt x="288" y="48"/>
                    </a:cubicBezTo>
                    <a:cubicBezTo>
                      <a:pt x="390" y="96"/>
                      <a:pt x="450" y="249"/>
                      <a:pt x="431" y="382"/>
                    </a:cubicBezTo>
                    <a:cubicBezTo>
                      <a:pt x="415" y="494"/>
                      <a:pt x="353" y="633"/>
                      <a:pt x="236" y="629"/>
                    </a:cubicBezTo>
                    <a:cubicBezTo>
                      <a:pt x="130" y="626"/>
                      <a:pt x="0" y="441"/>
                      <a:pt x="209" y="2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41"/>
              <p:cNvSpPr/>
              <p:nvPr/>
            </p:nvSpPr>
            <p:spPr>
              <a:xfrm>
                <a:off x="7646661" y="877846"/>
                <a:ext cx="531780" cy="845428"/>
              </a:xfrm>
              <a:custGeom>
                <a:rect b="b" l="l" r="r" t="t"/>
                <a:pathLst>
                  <a:path extrusionOk="0" h="577" w="363">
                    <a:moveTo>
                      <a:pt x="168" y="269"/>
                    </a:moveTo>
                    <a:cubicBezTo>
                      <a:pt x="168" y="269"/>
                      <a:pt x="98" y="239"/>
                      <a:pt x="88" y="160"/>
                    </a:cubicBezTo>
                    <a:cubicBezTo>
                      <a:pt x="78" y="82"/>
                      <a:pt x="144" y="0"/>
                      <a:pt x="228" y="46"/>
                    </a:cubicBezTo>
                    <a:cubicBezTo>
                      <a:pt x="311" y="92"/>
                      <a:pt x="363" y="232"/>
                      <a:pt x="350" y="352"/>
                    </a:cubicBezTo>
                    <a:cubicBezTo>
                      <a:pt x="339" y="453"/>
                      <a:pt x="292" y="577"/>
                      <a:pt x="197" y="571"/>
                    </a:cubicBezTo>
                    <a:cubicBezTo>
                      <a:pt x="110" y="564"/>
                      <a:pt x="0" y="393"/>
                      <a:pt x="168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41"/>
              <p:cNvSpPr/>
              <p:nvPr/>
            </p:nvSpPr>
            <p:spPr>
              <a:xfrm>
                <a:off x="7796223" y="1014943"/>
                <a:ext cx="108017" cy="162023"/>
              </a:xfrm>
              <a:custGeom>
                <a:rect b="b" l="l" r="r" t="t"/>
                <a:pathLst>
                  <a:path extrusionOk="0" h="111" w="74">
                    <a:moveTo>
                      <a:pt x="31" y="0"/>
                    </a:moveTo>
                    <a:cubicBezTo>
                      <a:pt x="29" y="0"/>
                      <a:pt x="28" y="0"/>
                      <a:pt x="26" y="0"/>
                    </a:cubicBezTo>
                    <a:cubicBezTo>
                      <a:pt x="9" y="6"/>
                      <a:pt x="0" y="34"/>
                      <a:pt x="6" y="65"/>
                    </a:cubicBezTo>
                    <a:cubicBezTo>
                      <a:pt x="12" y="92"/>
                      <a:pt x="27" y="111"/>
                      <a:pt x="43" y="111"/>
                    </a:cubicBezTo>
                    <a:cubicBezTo>
                      <a:pt x="45" y="111"/>
                      <a:pt x="47" y="111"/>
                      <a:pt x="48" y="110"/>
                    </a:cubicBezTo>
                    <a:cubicBezTo>
                      <a:pt x="65" y="105"/>
                      <a:pt x="74" y="76"/>
                      <a:pt x="68" y="46"/>
                    </a:cubicBezTo>
                    <a:cubicBezTo>
                      <a:pt x="62" y="19"/>
                      <a:pt x="47" y="0"/>
                      <a:pt x="3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41"/>
              <p:cNvSpPr/>
              <p:nvPr/>
            </p:nvSpPr>
            <p:spPr>
              <a:xfrm>
                <a:off x="7787914" y="1402343"/>
                <a:ext cx="202533" cy="267960"/>
              </a:xfrm>
              <a:custGeom>
                <a:rect b="b" l="l" r="r" t="t"/>
                <a:pathLst>
                  <a:path extrusionOk="0" h="183" w="139">
                    <a:moveTo>
                      <a:pt x="51" y="0"/>
                    </a:moveTo>
                    <a:cubicBezTo>
                      <a:pt x="44" y="0"/>
                      <a:pt x="37" y="2"/>
                      <a:pt x="31" y="6"/>
                    </a:cubicBezTo>
                    <a:cubicBezTo>
                      <a:pt x="4" y="24"/>
                      <a:pt x="0" y="77"/>
                      <a:pt x="21" y="124"/>
                    </a:cubicBezTo>
                    <a:cubicBezTo>
                      <a:pt x="38" y="161"/>
                      <a:pt x="65" y="183"/>
                      <a:pt x="89" y="183"/>
                    </a:cubicBezTo>
                    <a:cubicBezTo>
                      <a:pt x="96" y="183"/>
                      <a:pt x="102" y="181"/>
                      <a:pt x="109" y="177"/>
                    </a:cubicBezTo>
                    <a:cubicBezTo>
                      <a:pt x="135" y="159"/>
                      <a:pt x="139" y="106"/>
                      <a:pt x="118" y="59"/>
                    </a:cubicBezTo>
                    <a:cubicBezTo>
                      <a:pt x="101" y="23"/>
                      <a:pt x="74" y="0"/>
                      <a:pt x="5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41"/>
              <p:cNvSpPr/>
              <p:nvPr/>
            </p:nvSpPr>
            <p:spPr>
              <a:xfrm>
                <a:off x="7347535" y="1338988"/>
                <a:ext cx="214997" cy="1307607"/>
              </a:xfrm>
              <a:custGeom>
                <a:rect b="b" l="l" r="r" t="t"/>
                <a:pathLst>
                  <a:path extrusionOk="0" h="893" w="147">
                    <a:moveTo>
                      <a:pt x="0" y="0"/>
                    </a:moveTo>
                    <a:cubicBezTo>
                      <a:pt x="0" y="0"/>
                      <a:pt x="147" y="47"/>
                      <a:pt x="147" y="155"/>
                    </a:cubicBezTo>
                    <a:cubicBezTo>
                      <a:pt x="147" y="263"/>
                      <a:pt x="147" y="893"/>
                      <a:pt x="147" y="893"/>
                    </a:cubicBezTo>
                    <a:cubicBezTo>
                      <a:pt x="99" y="893"/>
                      <a:pt x="99" y="893"/>
                      <a:pt x="99" y="893"/>
                    </a:cubicBezTo>
                    <a:cubicBezTo>
                      <a:pt x="99" y="155"/>
                      <a:pt x="99" y="155"/>
                      <a:pt x="99" y="155"/>
                    </a:cubicBezTo>
                    <a:cubicBezTo>
                      <a:pt x="99" y="155"/>
                      <a:pt x="89" y="5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41"/>
              <p:cNvSpPr/>
              <p:nvPr/>
            </p:nvSpPr>
            <p:spPr>
              <a:xfrm>
                <a:off x="7347535" y="1338988"/>
                <a:ext cx="166182" cy="1307607"/>
              </a:xfrm>
              <a:custGeom>
                <a:rect b="b" l="l" r="r" t="t"/>
                <a:pathLst>
                  <a:path extrusionOk="0" h="893" w="114">
                    <a:moveTo>
                      <a:pt x="65" y="31"/>
                    </a:moveTo>
                    <a:cubicBezTo>
                      <a:pt x="108" y="87"/>
                      <a:pt x="114" y="147"/>
                      <a:pt x="114" y="147"/>
                    </a:cubicBezTo>
                    <a:cubicBezTo>
                      <a:pt x="114" y="893"/>
                      <a:pt x="114" y="893"/>
                      <a:pt x="114" y="893"/>
                    </a:cubicBezTo>
                    <a:cubicBezTo>
                      <a:pt x="99" y="893"/>
                      <a:pt x="99" y="893"/>
                      <a:pt x="99" y="893"/>
                    </a:cubicBezTo>
                    <a:cubicBezTo>
                      <a:pt x="99" y="155"/>
                      <a:pt x="99" y="155"/>
                      <a:pt x="99" y="155"/>
                    </a:cubicBezTo>
                    <a:cubicBezTo>
                      <a:pt x="99" y="155"/>
                      <a:pt x="89" y="54"/>
                      <a:pt x="0" y="0"/>
                    </a:cubicBezTo>
                    <a:cubicBezTo>
                      <a:pt x="0" y="0"/>
                      <a:pt x="32" y="10"/>
                      <a:pt x="65" y="31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41"/>
              <p:cNvSpPr/>
              <p:nvPr/>
            </p:nvSpPr>
            <p:spPr>
              <a:xfrm>
                <a:off x="7233285" y="1153078"/>
                <a:ext cx="309512" cy="185911"/>
              </a:xfrm>
              <a:custGeom>
                <a:rect b="b" l="l" r="r" t="t"/>
                <a:pathLst>
                  <a:path extrusionOk="0" h="127" w="212">
                    <a:moveTo>
                      <a:pt x="184" y="0"/>
                    </a:moveTo>
                    <a:cubicBezTo>
                      <a:pt x="184" y="0"/>
                      <a:pt x="85" y="80"/>
                      <a:pt x="6" y="53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116" y="127"/>
                      <a:pt x="212" y="37"/>
                    </a:cubicBez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41"/>
              <p:cNvSpPr/>
              <p:nvPr/>
            </p:nvSpPr>
            <p:spPr>
              <a:xfrm>
                <a:off x="7233285" y="1194622"/>
                <a:ext cx="309512" cy="144367"/>
              </a:xfrm>
              <a:custGeom>
                <a:rect b="b" l="l" r="r" t="t"/>
                <a:pathLst>
                  <a:path extrusionOk="0" h="99" w="212">
                    <a:moveTo>
                      <a:pt x="205" y="0"/>
                    </a:moveTo>
                    <a:cubicBezTo>
                      <a:pt x="212" y="9"/>
                      <a:pt x="212" y="9"/>
                      <a:pt x="212" y="9"/>
                    </a:cubicBezTo>
                    <a:cubicBezTo>
                      <a:pt x="116" y="99"/>
                      <a:pt x="0" y="49"/>
                      <a:pt x="0" y="49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22" y="43"/>
                      <a:pt x="121" y="74"/>
                      <a:pt x="205" y="0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41"/>
              <p:cNvSpPr/>
              <p:nvPr/>
            </p:nvSpPr>
            <p:spPr>
              <a:xfrm>
                <a:off x="7245749" y="1225780"/>
                <a:ext cx="294972" cy="175525"/>
              </a:xfrm>
              <a:custGeom>
                <a:rect b="b" l="l" r="r" t="t"/>
                <a:pathLst>
                  <a:path extrusionOk="0" h="120" w="201">
                    <a:moveTo>
                      <a:pt x="197" y="48"/>
                    </a:moveTo>
                    <a:cubicBezTo>
                      <a:pt x="197" y="48"/>
                      <a:pt x="70" y="64"/>
                      <a:pt x="17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72" y="120"/>
                      <a:pt x="201" y="94"/>
                    </a:cubicBezTo>
                    <a:lnTo>
                      <a:pt x="197" y="4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41"/>
              <p:cNvSpPr/>
              <p:nvPr/>
            </p:nvSpPr>
            <p:spPr>
              <a:xfrm>
                <a:off x="7245749" y="1237205"/>
                <a:ext cx="294972" cy="164100"/>
              </a:xfrm>
              <a:custGeom>
                <a:rect b="b" l="l" r="r" t="t"/>
                <a:pathLst>
                  <a:path extrusionOk="0" h="112" w="201">
                    <a:moveTo>
                      <a:pt x="200" y="75"/>
                    </a:moveTo>
                    <a:cubicBezTo>
                      <a:pt x="201" y="86"/>
                      <a:pt x="201" y="86"/>
                      <a:pt x="201" y="86"/>
                    </a:cubicBezTo>
                    <a:cubicBezTo>
                      <a:pt x="72" y="112"/>
                      <a:pt x="0" y="9"/>
                      <a:pt x="0" y="9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2" y="16"/>
                      <a:pt x="89" y="93"/>
                      <a:pt x="200" y="75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41"/>
              <p:cNvSpPr/>
              <p:nvPr/>
            </p:nvSpPr>
            <p:spPr>
              <a:xfrm>
                <a:off x="6944546" y="841495"/>
                <a:ext cx="659530" cy="927476"/>
              </a:xfrm>
              <a:custGeom>
                <a:rect b="b" l="l" r="r" t="t"/>
                <a:pathLst>
                  <a:path extrusionOk="0" h="633" w="451">
                    <a:moveTo>
                      <a:pt x="241" y="297"/>
                    </a:moveTo>
                    <a:cubicBezTo>
                      <a:pt x="241" y="297"/>
                      <a:pt x="326" y="266"/>
                      <a:pt x="336" y="180"/>
                    </a:cubicBezTo>
                    <a:cubicBezTo>
                      <a:pt x="346" y="93"/>
                      <a:pt x="264" y="0"/>
                      <a:pt x="162" y="48"/>
                    </a:cubicBezTo>
                    <a:cubicBezTo>
                      <a:pt x="60" y="96"/>
                      <a:pt x="0" y="249"/>
                      <a:pt x="19" y="382"/>
                    </a:cubicBezTo>
                    <a:cubicBezTo>
                      <a:pt x="36" y="494"/>
                      <a:pt x="97" y="633"/>
                      <a:pt x="214" y="629"/>
                    </a:cubicBezTo>
                    <a:cubicBezTo>
                      <a:pt x="321" y="626"/>
                      <a:pt x="451" y="441"/>
                      <a:pt x="241" y="2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41"/>
              <p:cNvSpPr/>
              <p:nvPr/>
            </p:nvSpPr>
            <p:spPr>
              <a:xfrm>
                <a:off x="6978821" y="877846"/>
                <a:ext cx="530740" cy="845428"/>
              </a:xfrm>
              <a:custGeom>
                <a:rect b="b" l="l" r="r" t="t"/>
                <a:pathLst>
                  <a:path extrusionOk="0" h="577" w="363">
                    <a:moveTo>
                      <a:pt x="195" y="269"/>
                    </a:moveTo>
                    <a:cubicBezTo>
                      <a:pt x="195" y="269"/>
                      <a:pt x="265" y="239"/>
                      <a:pt x="275" y="160"/>
                    </a:cubicBezTo>
                    <a:cubicBezTo>
                      <a:pt x="285" y="82"/>
                      <a:pt x="219" y="0"/>
                      <a:pt x="136" y="46"/>
                    </a:cubicBezTo>
                    <a:cubicBezTo>
                      <a:pt x="52" y="92"/>
                      <a:pt x="0" y="232"/>
                      <a:pt x="13" y="352"/>
                    </a:cubicBezTo>
                    <a:cubicBezTo>
                      <a:pt x="24" y="453"/>
                      <a:pt x="71" y="577"/>
                      <a:pt x="167" y="571"/>
                    </a:cubicBezTo>
                    <a:cubicBezTo>
                      <a:pt x="254" y="564"/>
                      <a:pt x="363" y="393"/>
                      <a:pt x="195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41"/>
              <p:cNvSpPr/>
              <p:nvPr/>
            </p:nvSpPr>
            <p:spPr>
              <a:xfrm>
                <a:off x="7251980" y="1014943"/>
                <a:ext cx="110095" cy="162023"/>
              </a:xfrm>
              <a:custGeom>
                <a:rect b="b" l="l" r="r" t="t"/>
                <a:pathLst>
                  <a:path extrusionOk="0" h="111" w="75">
                    <a:moveTo>
                      <a:pt x="43" y="0"/>
                    </a:moveTo>
                    <a:cubicBezTo>
                      <a:pt x="28" y="0"/>
                      <a:pt x="12" y="19"/>
                      <a:pt x="6" y="46"/>
                    </a:cubicBezTo>
                    <a:cubicBezTo>
                      <a:pt x="0" y="76"/>
                      <a:pt x="9" y="105"/>
                      <a:pt x="26" y="110"/>
                    </a:cubicBezTo>
                    <a:cubicBezTo>
                      <a:pt x="28" y="111"/>
                      <a:pt x="30" y="111"/>
                      <a:pt x="31" y="111"/>
                    </a:cubicBezTo>
                    <a:cubicBezTo>
                      <a:pt x="47" y="111"/>
                      <a:pt x="63" y="92"/>
                      <a:pt x="68" y="65"/>
                    </a:cubicBezTo>
                    <a:cubicBezTo>
                      <a:pt x="75" y="34"/>
                      <a:pt x="66" y="6"/>
                      <a:pt x="49" y="0"/>
                    </a:cubicBezTo>
                    <a:cubicBezTo>
                      <a:pt x="47" y="0"/>
                      <a:pt x="45" y="0"/>
                      <a:pt x="43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41"/>
              <p:cNvSpPr/>
              <p:nvPr/>
            </p:nvSpPr>
            <p:spPr>
              <a:xfrm>
                <a:off x="7165774" y="1402343"/>
                <a:ext cx="203572" cy="267960"/>
              </a:xfrm>
              <a:custGeom>
                <a:rect b="b" l="l" r="r" t="t"/>
                <a:pathLst>
                  <a:path extrusionOk="0" h="183" w="139">
                    <a:moveTo>
                      <a:pt x="89" y="0"/>
                    </a:moveTo>
                    <a:cubicBezTo>
                      <a:pt x="65" y="0"/>
                      <a:pt x="38" y="23"/>
                      <a:pt x="21" y="59"/>
                    </a:cubicBezTo>
                    <a:cubicBezTo>
                      <a:pt x="0" y="106"/>
                      <a:pt x="4" y="159"/>
                      <a:pt x="31" y="177"/>
                    </a:cubicBezTo>
                    <a:cubicBezTo>
                      <a:pt x="37" y="181"/>
                      <a:pt x="43" y="183"/>
                      <a:pt x="50" y="183"/>
                    </a:cubicBezTo>
                    <a:cubicBezTo>
                      <a:pt x="74" y="183"/>
                      <a:pt x="101" y="161"/>
                      <a:pt x="118" y="124"/>
                    </a:cubicBezTo>
                    <a:cubicBezTo>
                      <a:pt x="139" y="77"/>
                      <a:pt x="135" y="24"/>
                      <a:pt x="108" y="6"/>
                    </a:cubicBezTo>
                    <a:cubicBezTo>
                      <a:pt x="102" y="2"/>
                      <a:pt x="96" y="0"/>
                      <a:pt x="89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02" name="Google Shape;802;p41"/>
              <p:cNvGrpSpPr/>
              <p:nvPr/>
            </p:nvGrpSpPr>
            <p:grpSpPr>
              <a:xfrm>
                <a:off x="6816373" y="1088442"/>
                <a:ext cx="320589" cy="415160"/>
                <a:chOff x="811176" y="914913"/>
                <a:chExt cx="690478" cy="894164"/>
              </a:xfrm>
            </p:grpSpPr>
            <p:sp>
              <p:nvSpPr>
                <p:cNvPr id="803" name="Google Shape;803;p41"/>
                <p:cNvSpPr/>
                <p:nvPr/>
              </p:nvSpPr>
              <p:spPr>
                <a:xfrm>
                  <a:off x="811176" y="1009126"/>
                  <a:ext cx="486500" cy="799951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39450" lIns="78900" spcFirstLastPara="1" rIns="78900" wrap="square" tIns="39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53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4" name="Google Shape;804;p41"/>
                <p:cNvGrpSpPr/>
                <p:nvPr/>
              </p:nvGrpSpPr>
              <p:grpSpPr>
                <a:xfrm>
                  <a:off x="897748" y="914913"/>
                  <a:ext cx="603906" cy="860756"/>
                  <a:chOff x="897748" y="914913"/>
                  <a:chExt cx="603906" cy="860756"/>
                </a:xfrm>
              </p:grpSpPr>
              <p:sp>
                <p:nvSpPr>
                  <p:cNvPr id="805" name="Google Shape;805;p41"/>
                  <p:cNvSpPr/>
                  <p:nvPr/>
                </p:nvSpPr>
                <p:spPr>
                  <a:xfrm rot="371736">
                    <a:off x="938085" y="949377"/>
                    <a:ext cx="422825" cy="770442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39450" lIns="78900" spcFirstLastPara="1" rIns="78900" wrap="square" tIns="39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55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6" name="Google Shape;806;p41"/>
                  <p:cNvSpPr/>
                  <p:nvPr/>
                </p:nvSpPr>
                <p:spPr>
                  <a:xfrm rot="355927">
                    <a:off x="1015057" y="935738"/>
                    <a:ext cx="445456" cy="819106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39450" lIns="78900" spcFirstLastPara="1" rIns="78900" wrap="square" tIns="39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55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07" name="Google Shape;807;p41"/>
                <p:cNvSpPr/>
                <p:nvPr/>
              </p:nvSpPr>
              <p:spPr>
                <a:xfrm rot="8410098">
                  <a:off x="1125955" y="1410710"/>
                  <a:ext cx="85503" cy="206267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39450" lIns="78900" spcFirstLastPara="1" rIns="78900" wrap="square" tIns="39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53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08" name="Google Shape;808;p41"/>
            <p:cNvGrpSpPr/>
            <p:nvPr/>
          </p:nvGrpSpPr>
          <p:grpSpPr>
            <a:xfrm>
              <a:off x="4074113" y="4273473"/>
              <a:ext cx="1130225" cy="373388"/>
              <a:chOff x="2994838" y="4419173"/>
              <a:chExt cx="1130225" cy="373388"/>
            </a:xfrm>
          </p:grpSpPr>
          <p:sp>
            <p:nvSpPr>
              <p:cNvPr id="809" name="Google Shape;809;p41"/>
              <p:cNvSpPr/>
              <p:nvPr/>
            </p:nvSpPr>
            <p:spPr>
              <a:xfrm>
                <a:off x="3817048" y="4509691"/>
                <a:ext cx="308014" cy="129492"/>
              </a:xfrm>
              <a:custGeom>
                <a:rect b="b" l="l" r="r" t="t"/>
                <a:pathLst>
                  <a:path extrusionOk="0" h="73" w="174">
                    <a:moveTo>
                      <a:pt x="174" y="40"/>
                    </a:moveTo>
                    <a:cubicBezTo>
                      <a:pt x="174" y="58"/>
                      <a:pt x="159" y="73"/>
                      <a:pt x="141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4" y="73"/>
                      <a:pt x="0" y="58"/>
                      <a:pt x="0" y="4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4" y="0"/>
                      <a:pt x="33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9" y="0"/>
                      <a:pt x="174" y="15"/>
                      <a:pt x="174" y="33"/>
                    </a:cubicBezTo>
                    <a:cubicBezTo>
                      <a:pt x="174" y="40"/>
                      <a:pt x="174" y="40"/>
                      <a:pt x="174" y="4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41"/>
              <p:cNvSpPr/>
              <p:nvPr/>
            </p:nvSpPr>
            <p:spPr>
              <a:xfrm>
                <a:off x="3970427" y="4509691"/>
                <a:ext cx="154636" cy="129492"/>
              </a:xfrm>
              <a:custGeom>
                <a:rect b="b" l="l" r="r" t="t"/>
                <a:pathLst>
                  <a:path extrusionOk="0" h="73" w="87">
                    <a:moveTo>
                      <a:pt x="5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72" y="73"/>
                      <a:pt x="87" y="58"/>
                      <a:pt x="87" y="40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7" y="15"/>
                      <a:pt x="72" y="0"/>
                      <a:pt x="5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41"/>
              <p:cNvSpPr/>
              <p:nvPr/>
            </p:nvSpPr>
            <p:spPr>
              <a:xfrm>
                <a:off x="3817048" y="4567522"/>
                <a:ext cx="308014" cy="0"/>
              </a:xfrm>
              <a:custGeom>
                <a:rect b="b" l="l" r="r" t="t"/>
                <a:pathLst>
                  <a:path extrusionOk="0" h="120000" w="174">
                    <a:moveTo>
                      <a:pt x="174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4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41"/>
              <p:cNvSpPr/>
              <p:nvPr/>
            </p:nvSpPr>
            <p:spPr>
              <a:xfrm>
                <a:off x="3817048" y="4551178"/>
                <a:ext cx="153378" cy="88004"/>
              </a:xfrm>
              <a:custGeom>
                <a:rect b="b" l="l" r="r" t="t"/>
                <a:pathLst>
                  <a:path extrusionOk="0" h="49" w="87">
                    <a:moveTo>
                      <a:pt x="1" y="0"/>
                    </a:moveTo>
                    <a:cubicBezTo>
                      <a:pt x="0" y="3"/>
                      <a:pt x="0" y="6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34"/>
                      <a:pt x="14" y="49"/>
                      <a:pt x="33" y="49"/>
                    </a:cubicBezTo>
                    <a:cubicBezTo>
                      <a:pt x="87" y="49"/>
                      <a:pt x="87" y="49"/>
                      <a:pt x="87" y="49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17" y="25"/>
                      <a:pt x="4" y="15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41"/>
              <p:cNvSpPr/>
              <p:nvPr/>
            </p:nvSpPr>
            <p:spPr>
              <a:xfrm>
                <a:off x="3970427" y="4551178"/>
                <a:ext cx="154636" cy="88004"/>
              </a:xfrm>
              <a:custGeom>
                <a:rect b="b" l="l" r="r" t="t"/>
                <a:pathLst>
                  <a:path extrusionOk="0" h="49" w="87">
                    <a:moveTo>
                      <a:pt x="86" y="0"/>
                    </a:moveTo>
                    <a:cubicBezTo>
                      <a:pt x="82" y="15"/>
                      <a:pt x="69" y="25"/>
                      <a:pt x="54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72" y="49"/>
                      <a:pt x="87" y="34"/>
                      <a:pt x="87" y="16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6"/>
                      <a:pt x="86" y="3"/>
                      <a:pt x="86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41"/>
              <p:cNvSpPr/>
              <p:nvPr/>
            </p:nvSpPr>
            <p:spPr>
              <a:xfrm>
                <a:off x="3491433" y="4663069"/>
                <a:ext cx="308014" cy="129492"/>
              </a:xfrm>
              <a:custGeom>
                <a:rect b="b" l="l" r="r" t="t"/>
                <a:pathLst>
                  <a:path extrusionOk="0" h="73" w="174">
                    <a:moveTo>
                      <a:pt x="174" y="40"/>
                    </a:moveTo>
                    <a:cubicBezTo>
                      <a:pt x="174" y="58"/>
                      <a:pt x="159" y="73"/>
                      <a:pt x="141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5" y="73"/>
                      <a:pt x="0" y="58"/>
                      <a:pt x="0" y="4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5" y="0"/>
                      <a:pt x="33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9" y="0"/>
                      <a:pt x="174" y="15"/>
                      <a:pt x="174" y="33"/>
                    </a:cubicBezTo>
                    <a:cubicBezTo>
                      <a:pt x="174" y="40"/>
                      <a:pt x="174" y="40"/>
                      <a:pt x="174" y="4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41"/>
              <p:cNvSpPr/>
              <p:nvPr/>
            </p:nvSpPr>
            <p:spPr>
              <a:xfrm>
                <a:off x="3644811" y="4663069"/>
                <a:ext cx="154636" cy="129492"/>
              </a:xfrm>
              <a:custGeom>
                <a:rect b="b" l="l" r="r" t="t"/>
                <a:pathLst>
                  <a:path extrusionOk="0" h="73" w="87">
                    <a:moveTo>
                      <a:pt x="5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72" y="73"/>
                      <a:pt x="87" y="58"/>
                      <a:pt x="87" y="40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7" y="15"/>
                      <a:pt x="72" y="0"/>
                      <a:pt x="5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41"/>
              <p:cNvSpPr/>
              <p:nvPr/>
            </p:nvSpPr>
            <p:spPr>
              <a:xfrm>
                <a:off x="3491433" y="4722158"/>
                <a:ext cx="308014" cy="0"/>
              </a:xfrm>
              <a:custGeom>
                <a:rect b="b" l="l" r="r" t="t"/>
                <a:pathLst>
                  <a:path extrusionOk="0" h="120000" w="17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74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4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41"/>
              <p:cNvSpPr/>
              <p:nvPr/>
            </p:nvSpPr>
            <p:spPr>
              <a:xfrm>
                <a:off x="3491433" y="4708328"/>
                <a:ext cx="153378" cy="84232"/>
              </a:xfrm>
              <a:custGeom>
                <a:rect b="b" l="l" r="r" t="t"/>
                <a:pathLst>
                  <a:path extrusionOk="0" h="48" w="87">
                    <a:moveTo>
                      <a:pt x="1" y="0"/>
                    </a:moveTo>
                    <a:cubicBezTo>
                      <a:pt x="0" y="3"/>
                      <a:pt x="0" y="5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33"/>
                      <a:pt x="15" y="48"/>
                      <a:pt x="33" y="48"/>
                    </a:cubicBezTo>
                    <a:cubicBezTo>
                      <a:pt x="87" y="48"/>
                      <a:pt x="87" y="48"/>
                      <a:pt x="87" y="48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18" y="25"/>
                      <a:pt x="5" y="14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41"/>
              <p:cNvSpPr/>
              <p:nvPr/>
            </p:nvSpPr>
            <p:spPr>
              <a:xfrm>
                <a:off x="2994838" y="4419173"/>
                <a:ext cx="264013" cy="111891"/>
              </a:xfrm>
              <a:custGeom>
                <a:rect b="b" l="l" r="r" t="t"/>
                <a:pathLst>
                  <a:path extrusionOk="0" h="63" w="149">
                    <a:moveTo>
                      <a:pt x="149" y="34"/>
                    </a:moveTo>
                    <a:cubicBezTo>
                      <a:pt x="149" y="50"/>
                      <a:pt x="136" y="63"/>
                      <a:pt x="121" y="63"/>
                    </a:cubicBezTo>
                    <a:cubicBezTo>
                      <a:pt x="28" y="63"/>
                      <a:pt x="28" y="63"/>
                      <a:pt x="28" y="63"/>
                    </a:cubicBezTo>
                    <a:cubicBezTo>
                      <a:pt x="13" y="63"/>
                      <a:pt x="0" y="50"/>
                      <a:pt x="0" y="3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136" y="0"/>
                      <a:pt x="149" y="13"/>
                      <a:pt x="149" y="29"/>
                    </a:cubicBezTo>
                    <a:cubicBezTo>
                      <a:pt x="149" y="34"/>
                      <a:pt x="149" y="34"/>
                      <a:pt x="149" y="34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41"/>
              <p:cNvSpPr/>
              <p:nvPr/>
            </p:nvSpPr>
            <p:spPr>
              <a:xfrm>
                <a:off x="3128101" y="4419173"/>
                <a:ext cx="130749" cy="111891"/>
              </a:xfrm>
              <a:custGeom>
                <a:rect b="b" l="l" r="r" t="t"/>
                <a:pathLst>
                  <a:path extrusionOk="0" h="63" w="74">
                    <a:moveTo>
                      <a:pt x="4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46" y="63"/>
                      <a:pt x="46" y="63"/>
                      <a:pt x="46" y="63"/>
                    </a:cubicBezTo>
                    <a:cubicBezTo>
                      <a:pt x="61" y="63"/>
                      <a:pt x="74" y="50"/>
                      <a:pt x="74" y="34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13"/>
                      <a:pt x="61" y="0"/>
                      <a:pt x="4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41"/>
              <p:cNvSpPr/>
              <p:nvPr/>
            </p:nvSpPr>
            <p:spPr>
              <a:xfrm>
                <a:off x="2994838" y="4468204"/>
                <a:ext cx="264013" cy="42745"/>
              </a:xfrm>
              <a:custGeom>
                <a:rect b="b" l="l" r="r" t="t"/>
                <a:pathLst>
                  <a:path extrusionOk="0" h="24" w="149">
                    <a:moveTo>
                      <a:pt x="6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moveTo>
                      <a:pt x="0" y="8"/>
                    </a:moveTo>
                    <a:cubicBezTo>
                      <a:pt x="0" y="14"/>
                      <a:pt x="3" y="20"/>
                      <a:pt x="6" y="24"/>
                    </a:cubicBezTo>
                    <a:cubicBezTo>
                      <a:pt x="3" y="20"/>
                      <a:pt x="0" y="14"/>
                      <a:pt x="0" y="8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49" y="0"/>
                    </a:moveTo>
                    <a:cubicBezTo>
                      <a:pt x="149" y="0"/>
                      <a:pt x="149" y="0"/>
                      <a:pt x="149" y="0"/>
                    </a:cubicBezTo>
                    <a:cubicBezTo>
                      <a:pt x="149" y="0"/>
                      <a:pt x="149" y="0"/>
                      <a:pt x="149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41"/>
              <p:cNvSpPr/>
              <p:nvPr/>
            </p:nvSpPr>
            <p:spPr>
              <a:xfrm>
                <a:off x="2994838" y="4455632"/>
                <a:ext cx="133263" cy="75432"/>
              </a:xfrm>
              <a:custGeom>
                <a:rect b="b" l="l" r="r" t="t"/>
                <a:pathLst>
                  <a:path extrusionOk="0" h="42" w="75">
                    <a:moveTo>
                      <a:pt x="1" y="0"/>
                    </a:moveTo>
                    <a:cubicBezTo>
                      <a:pt x="0" y="3"/>
                      <a:pt x="0" y="5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4"/>
                      <a:pt x="0" y="14"/>
                      <a:pt x="0" y="15"/>
                    </a:cubicBezTo>
                    <a:cubicBezTo>
                      <a:pt x="0" y="21"/>
                      <a:pt x="3" y="27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12" y="38"/>
                      <a:pt x="19" y="42"/>
                      <a:pt x="28" y="42"/>
                    </a:cubicBezTo>
                    <a:cubicBezTo>
                      <a:pt x="75" y="42"/>
                      <a:pt x="75" y="42"/>
                      <a:pt x="75" y="42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15" y="22"/>
                      <a:pt x="4" y="13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41"/>
              <p:cNvSpPr/>
              <p:nvPr/>
            </p:nvSpPr>
            <p:spPr>
              <a:xfrm>
                <a:off x="3128101" y="4455632"/>
                <a:ext cx="130749" cy="75432"/>
              </a:xfrm>
              <a:custGeom>
                <a:rect b="b" l="l" r="r" t="t"/>
                <a:pathLst>
                  <a:path extrusionOk="0" h="42" w="74">
                    <a:moveTo>
                      <a:pt x="73" y="0"/>
                    </a:moveTo>
                    <a:cubicBezTo>
                      <a:pt x="70" y="13"/>
                      <a:pt x="59" y="22"/>
                      <a:pt x="46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61" y="42"/>
                      <a:pt x="74" y="29"/>
                      <a:pt x="74" y="13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7"/>
                      <a:pt x="74" y="7"/>
                    </a:cubicBezTo>
                    <a:cubicBezTo>
                      <a:pt x="74" y="7"/>
                      <a:pt x="74" y="7"/>
                      <a:pt x="74" y="7"/>
                    </a:cubicBezTo>
                    <a:cubicBezTo>
                      <a:pt x="74" y="5"/>
                      <a:pt x="74" y="3"/>
                      <a:pt x="73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3" name="Google Shape;823;p41"/>
            <p:cNvGrpSpPr/>
            <p:nvPr/>
          </p:nvGrpSpPr>
          <p:grpSpPr>
            <a:xfrm>
              <a:off x="3277234" y="3388365"/>
              <a:ext cx="712834" cy="1115136"/>
              <a:chOff x="3146959" y="842440"/>
              <a:chExt cx="712834" cy="1115136"/>
            </a:xfrm>
          </p:grpSpPr>
          <p:sp>
            <p:nvSpPr>
              <p:cNvPr id="824" name="Google Shape;824;p41"/>
              <p:cNvSpPr/>
              <p:nvPr/>
            </p:nvSpPr>
            <p:spPr>
              <a:xfrm>
                <a:off x="3192218" y="1020963"/>
                <a:ext cx="622314" cy="936614"/>
              </a:xfrm>
              <a:custGeom>
                <a:rect b="b" l="l" r="r" t="t"/>
                <a:pathLst>
                  <a:path extrusionOk="0" h="745" w="495">
                    <a:moveTo>
                      <a:pt x="445" y="745"/>
                    </a:moveTo>
                    <a:lnTo>
                      <a:pt x="50" y="745"/>
                    </a:lnTo>
                    <a:lnTo>
                      <a:pt x="0" y="0"/>
                    </a:lnTo>
                    <a:lnTo>
                      <a:pt x="495" y="0"/>
                    </a:lnTo>
                    <a:lnTo>
                      <a:pt x="445" y="7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41"/>
              <p:cNvSpPr/>
              <p:nvPr/>
            </p:nvSpPr>
            <p:spPr>
              <a:xfrm>
                <a:off x="3192218" y="1020963"/>
                <a:ext cx="622314" cy="936614"/>
              </a:xfrm>
              <a:custGeom>
                <a:rect b="b" l="l" r="r" t="t"/>
                <a:pathLst>
                  <a:path extrusionOk="0" h="745" w="495">
                    <a:moveTo>
                      <a:pt x="445" y="745"/>
                    </a:moveTo>
                    <a:lnTo>
                      <a:pt x="50" y="745"/>
                    </a:lnTo>
                    <a:lnTo>
                      <a:pt x="0" y="0"/>
                    </a:lnTo>
                    <a:lnTo>
                      <a:pt x="495" y="0"/>
                    </a:lnTo>
                    <a:lnTo>
                      <a:pt x="445" y="74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41"/>
              <p:cNvSpPr/>
              <p:nvPr/>
            </p:nvSpPr>
            <p:spPr>
              <a:xfrm>
                <a:off x="3260107" y="1322690"/>
                <a:ext cx="486537" cy="568254"/>
              </a:xfrm>
              <a:custGeom>
                <a:rect b="b" l="l" r="r" t="t"/>
                <a:pathLst>
                  <a:path extrusionOk="0" h="452" w="387">
                    <a:moveTo>
                      <a:pt x="0" y="0"/>
                    </a:moveTo>
                    <a:lnTo>
                      <a:pt x="31" y="452"/>
                    </a:lnTo>
                    <a:lnTo>
                      <a:pt x="356" y="452"/>
                    </a:lnTo>
                    <a:lnTo>
                      <a:pt x="38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41"/>
              <p:cNvSpPr/>
              <p:nvPr/>
            </p:nvSpPr>
            <p:spPr>
              <a:xfrm>
                <a:off x="3260107" y="1322690"/>
                <a:ext cx="486537" cy="568254"/>
              </a:xfrm>
              <a:custGeom>
                <a:rect b="b" l="l" r="r" t="t"/>
                <a:pathLst>
                  <a:path extrusionOk="0" h="452" w="387">
                    <a:moveTo>
                      <a:pt x="0" y="0"/>
                    </a:moveTo>
                    <a:lnTo>
                      <a:pt x="31" y="452"/>
                    </a:lnTo>
                    <a:lnTo>
                      <a:pt x="356" y="452"/>
                    </a:lnTo>
                    <a:lnTo>
                      <a:pt x="38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41"/>
              <p:cNvSpPr/>
              <p:nvPr/>
            </p:nvSpPr>
            <p:spPr>
              <a:xfrm>
                <a:off x="3405943" y="1300061"/>
                <a:ext cx="389732" cy="305500"/>
              </a:xfrm>
              <a:custGeom>
                <a:rect b="b" l="l" r="r" t="t"/>
                <a:pathLst>
                  <a:path extrusionOk="0" h="243" w="310">
                    <a:moveTo>
                      <a:pt x="310" y="0"/>
                    </a:moveTo>
                    <a:lnTo>
                      <a:pt x="0" y="0"/>
                    </a:lnTo>
                    <a:lnTo>
                      <a:pt x="0" y="243"/>
                    </a:lnTo>
                    <a:lnTo>
                      <a:pt x="293" y="243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41"/>
              <p:cNvSpPr/>
              <p:nvPr/>
            </p:nvSpPr>
            <p:spPr>
              <a:xfrm>
                <a:off x="3405943" y="1300061"/>
                <a:ext cx="389732" cy="305500"/>
              </a:xfrm>
              <a:custGeom>
                <a:rect b="b" l="l" r="r" t="t"/>
                <a:pathLst>
                  <a:path extrusionOk="0" h="243" w="310">
                    <a:moveTo>
                      <a:pt x="310" y="0"/>
                    </a:moveTo>
                    <a:lnTo>
                      <a:pt x="0" y="0"/>
                    </a:lnTo>
                    <a:lnTo>
                      <a:pt x="0" y="243"/>
                    </a:lnTo>
                    <a:lnTo>
                      <a:pt x="293" y="243"/>
                    </a:lnTo>
                    <a:lnTo>
                      <a:pt x="31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41"/>
              <p:cNvSpPr/>
              <p:nvPr/>
            </p:nvSpPr>
            <p:spPr>
              <a:xfrm>
                <a:off x="3478861" y="1405666"/>
                <a:ext cx="261600" cy="25200"/>
              </a:xfrm>
              <a:prstGeom prst="rect">
                <a:avLst/>
              </a:prstGeom>
              <a:solidFill>
                <a:srgbClr val="D9E9E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41"/>
              <p:cNvSpPr/>
              <p:nvPr/>
            </p:nvSpPr>
            <p:spPr>
              <a:xfrm>
                <a:off x="3478861" y="1405666"/>
                <a:ext cx="261600" cy="25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41"/>
              <p:cNvSpPr/>
              <p:nvPr/>
            </p:nvSpPr>
            <p:spPr>
              <a:xfrm>
                <a:off x="3478861" y="1487384"/>
                <a:ext cx="261600" cy="22500"/>
              </a:xfrm>
              <a:prstGeom prst="rect">
                <a:avLst/>
              </a:prstGeom>
              <a:solidFill>
                <a:srgbClr val="D9E9E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41"/>
              <p:cNvSpPr/>
              <p:nvPr/>
            </p:nvSpPr>
            <p:spPr>
              <a:xfrm>
                <a:off x="3478861" y="1487384"/>
                <a:ext cx="261600" cy="22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41"/>
              <p:cNvSpPr/>
              <p:nvPr/>
            </p:nvSpPr>
            <p:spPr>
              <a:xfrm>
                <a:off x="3251307" y="1103938"/>
                <a:ext cx="556940" cy="853638"/>
              </a:xfrm>
              <a:custGeom>
                <a:rect b="b" l="l" r="r" t="t"/>
                <a:pathLst>
                  <a:path extrusionOk="0" h="481" w="314">
                    <a:moveTo>
                      <a:pt x="301" y="201"/>
                    </a:moveTo>
                    <a:cubicBezTo>
                      <a:pt x="295" y="283"/>
                      <a:pt x="295" y="283"/>
                      <a:pt x="295" y="283"/>
                    </a:cubicBezTo>
                    <a:cubicBezTo>
                      <a:pt x="268" y="283"/>
                      <a:pt x="268" y="283"/>
                      <a:pt x="268" y="283"/>
                    </a:cubicBezTo>
                    <a:cubicBezTo>
                      <a:pt x="257" y="444"/>
                      <a:pt x="257" y="444"/>
                      <a:pt x="257" y="444"/>
                    </a:cubicBezTo>
                    <a:cubicBezTo>
                      <a:pt x="43" y="444"/>
                      <a:pt x="43" y="444"/>
                      <a:pt x="43" y="444"/>
                    </a:cubicBezTo>
                    <a:cubicBezTo>
                      <a:pt x="31" y="447"/>
                      <a:pt x="17" y="448"/>
                      <a:pt x="4" y="448"/>
                    </a:cubicBezTo>
                    <a:cubicBezTo>
                      <a:pt x="3" y="448"/>
                      <a:pt x="1" y="448"/>
                      <a:pt x="0" y="448"/>
                    </a:cubicBezTo>
                    <a:cubicBezTo>
                      <a:pt x="2" y="481"/>
                      <a:pt x="2" y="481"/>
                      <a:pt x="2" y="481"/>
                    </a:cubicBezTo>
                    <a:cubicBezTo>
                      <a:pt x="282" y="481"/>
                      <a:pt x="282" y="481"/>
                      <a:pt x="282" y="481"/>
                    </a:cubicBezTo>
                    <a:cubicBezTo>
                      <a:pt x="301" y="201"/>
                      <a:pt x="301" y="201"/>
                      <a:pt x="301" y="201"/>
                    </a:cubicBezTo>
                    <a:moveTo>
                      <a:pt x="314" y="0"/>
                    </a:moveTo>
                    <a:cubicBezTo>
                      <a:pt x="239" y="0"/>
                      <a:pt x="239" y="0"/>
                      <a:pt x="239" y="0"/>
                    </a:cubicBezTo>
                    <a:cubicBezTo>
                      <a:pt x="244" y="28"/>
                      <a:pt x="246" y="56"/>
                      <a:pt x="246" y="86"/>
                    </a:cubicBezTo>
                    <a:cubicBezTo>
                      <a:pt x="246" y="94"/>
                      <a:pt x="246" y="102"/>
                      <a:pt x="245" y="110"/>
                    </a:cubicBezTo>
                    <a:cubicBezTo>
                      <a:pt x="307" y="110"/>
                      <a:pt x="307" y="110"/>
                      <a:pt x="307" y="110"/>
                    </a:cubicBezTo>
                    <a:cubicBezTo>
                      <a:pt x="314" y="0"/>
                      <a:pt x="314" y="0"/>
                      <a:pt x="31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41"/>
              <p:cNvSpPr/>
              <p:nvPr/>
            </p:nvSpPr>
            <p:spPr>
              <a:xfrm>
                <a:off x="3327997" y="1605560"/>
                <a:ext cx="398533" cy="285385"/>
              </a:xfrm>
              <a:custGeom>
                <a:rect b="b" l="l" r="r" t="t"/>
                <a:pathLst>
                  <a:path extrusionOk="0" h="161" w="225">
                    <a:moveTo>
                      <a:pt x="225" y="0"/>
                    </a:moveTo>
                    <a:cubicBezTo>
                      <a:pt x="164" y="0"/>
                      <a:pt x="164" y="0"/>
                      <a:pt x="164" y="0"/>
                    </a:cubicBezTo>
                    <a:cubicBezTo>
                      <a:pt x="128" y="84"/>
                      <a:pt x="69" y="144"/>
                      <a:pt x="0" y="161"/>
                    </a:cubicBezTo>
                    <a:cubicBezTo>
                      <a:pt x="214" y="161"/>
                      <a:pt x="214" y="161"/>
                      <a:pt x="214" y="161"/>
                    </a:cubicBezTo>
                    <a:cubicBezTo>
                      <a:pt x="225" y="0"/>
                      <a:pt x="225" y="0"/>
                      <a:pt x="225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41"/>
              <p:cNvSpPr/>
              <p:nvPr/>
            </p:nvSpPr>
            <p:spPr>
              <a:xfrm>
                <a:off x="3618410" y="1300061"/>
                <a:ext cx="177265" cy="305500"/>
              </a:xfrm>
              <a:custGeom>
                <a:rect b="b" l="l" r="r" t="t"/>
                <a:pathLst>
                  <a:path extrusionOk="0" h="173" w="100">
                    <a:moveTo>
                      <a:pt x="10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7" y="21"/>
                      <a:pt x="35" y="41"/>
                      <a:pt x="32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30" y="74"/>
                      <a:pt x="30" y="74"/>
                      <a:pt x="30" y="74"/>
                    </a:cubicBezTo>
                    <a:cubicBezTo>
                      <a:pt x="28" y="85"/>
                      <a:pt x="26" y="95"/>
                      <a:pt x="23" y="106"/>
                    </a:cubicBezTo>
                    <a:cubicBezTo>
                      <a:pt x="69" y="106"/>
                      <a:pt x="69" y="106"/>
                      <a:pt x="69" y="106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19" y="119"/>
                      <a:pt x="19" y="119"/>
                      <a:pt x="19" y="119"/>
                    </a:cubicBezTo>
                    <a:cubicBezTo>
                      <a:pt x="14" y="138"/>
                      <a:pt x="7" y="156"/>
                      <a:pt x="0" y="173"/>
                    </a:cubicBezTo>
                    <a:cubicBezTo>
                      <a:pt x="61" y="173"/>
                      <a:pt x="61" y="173"/>
                      <a:pt x="61" y="173"/>
                    </a:cubicBezTo>
                    <a:cubicBezTo>
                      <a:pt x="88" y="173"/>
                      <a:pt x="88" y="173"/>
                      <a:pt x="88" y="17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100" y="0"/>
                      <a:pt x="100" y="0"/>
                      <a:pt x="100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41"/>
              <p:cNvSpPr/>
              <p:nvPr/>
            </p:nvSpPr>
            <p:spPr>
              <a:xfrm>
                <a:off x="3671212" y="1405666"/>
                <a:ext cx="69146" cy="25144"/>
              </a:xfrm>
              <a:custGeom>
                <a:rect b="b" l="l" r="r" t="t"/>
                <a:pathLst>
                  <a:path extrusionOk="0" h="14" w="39">
                    <a:moveTo>
                      <a:pt x="39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5"/>
                      <a:pt x="1" y="9"/>
                      <a:pt x="0" y="14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0"/>
                      <a:pt x="39" y="0"/>
                      <a:pt x="39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41"/>
              <p:cNvSpPr/>
              <p:nvPr/>
            </p:nvSpPr>
            <p:spPr>
              <a:xfrm>
                <a:off x="3652354" y="1487384"/>
                <a:ext cx="88004" cy="22630"/>
              </a:xfrm>
              <a:custGeom>
                <a:rect b="b" l="l" r="r" t="t"/>
                <a:pathLst>
                  <a:path extrusionOk="0" h="13" w="50">
                    <a:moveTo>
                      <a:pt x="5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4"/>
                      <a:pt x="2" y="9"/>
                      <a:pt x="0" y="13"/>
                    </a:cubicBezTo>
                    <a:cubicBezTo>
                      <a:pt x="50" y="13"/>
                      <a:pt x="50" y="13"/>
                      <a:pt x="50" y="13"/>
                    </a:cubicBezTo>
                    <a:cubicBezTo>
                      <a:pt x="50" y="0"/>
                      <a:pt x="50" y="0"/>
                      <a:pt x="5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41"/>
              <p:cNvSpPr/>
              <p:nvPr/>
            </p:nvSpPr>
            <p:spPr>
              <a:xfrm>
                <a:off x="3198505" y="1103938"/>
                <a:ext cx="325615" cy="569512"/>
              </a:xfrm>
              <a:custGeom>
                <a:rect b="b" l="l" r="r" t="t"/>
                <a:pathLst>
                  <a:path extrusionOk="0" h="321" w="184">
                    <a:moveTo>
                      <a:pt x="18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1" y="321"/>
                      <a:pt x="21" y="321"/>
                      <a:pt x="21" y="321"/>
                    </a:cubicBezTo>
                    <a:cubicBezTo>
                      <a:pt x="30" y="314"/>
                      <a:pt x="39" y="306"/>
                      <a:pt x="47" y="298"/>
                    </a:cubicBezTo>
                    <a:cubicBezTo>
                      <a:pt x="35" y="123"/>
                      <a:pt x="35" y="123"/>
                      <a:pt x="35" y="123"/>
                    </a:cubicBezTo>
                    <a:cubicBezTo>
                      <a:pt x="117" y="123"/>
                      <a:pt x="117" y="123"/>
                      <a:pt x="117" y="123"/>
                    </a:cubicBez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61" y="110"/>
                      <a:pt x="161" y="110"/>
                      <a:pt x="161" y="110"/>
                    </a:cubicBezTo>
                    <a:cubicBezTo>
                      <a:pt x="172" y="76"/>
                      <a:pt x="180" y="39"/>
                      <a:pt x="18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41"/>
              <p:cNvSpPr/>
              <p:nvPr/>
            </p:nvSpPr>
            <p:spPr>
              <a:xfrm>
                <a:off x="3260107" y="1322690"/>
                <a:ext cx="145835" cy="310528"/>
              </a:xfrm>
              <a:custGeom>
                <a:rect b="b" l="l" r="r" t="t"/>
                <a:pathLst>
                  <a:path extrusionOk="0" h="175" w="82">
                    <a:moveTo>
                      <a:pt x="8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2" y="175"/>
                      <a:pt x="12" y="175"/>
                      <a:pt x="12" y="175"/>
                    </a:cubicBezTo>
                    <a:cubicBezTo>
                      <a:pt x="38" y="150"/>
                      <a:pt x="62" y="120"/>
                      <a:pt x="82" y="86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41"/>
              <p:cNvSpPr/>
              <p:nvPr/>
            </p:nvSpPr>
            <p:spPr>
              <a:xfrm>
                <a:off x="3405943" y="1300061"/>
                <a:ext cx="77946" cy="174751"/>
              </a:xfrm>
              <a:custGeom>
                <a:rect b="b" l="l" r="r" t="t"/>
                <a:pathLst>
                  <a:path extrusionOk="0" h="99" w="44">
                    <a:moveTo>
                      <a:pt x="4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17" y="69"/>
                      <a:pt x="32" y="36"/>
                      <a:pt x="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41"/>
              <p:cNvSpPr/>
              <p:nvPr/>
            </p:nvSpPr>
            <p:spPr>
              <a:xfrm>
                <a:off x="3146959" y="842440"/>
                <a:ext cx="712834" cy="261498"/>
              </a:xfrm>
              <a:custGeom>
                <a:rect b="b" l="l" r="r" t="t"/>
                <a:pathLst>
                  <a:path extrusionOk="0" h="148" w="402">
                    <a:moveTo>
                      <a:pt x="402" y="143"/>
                    </a:moveTo>
                    <a:cubicBezTo>
                      <a:pt x="402" y="146"/>
                      <a:pt x="400" y="148"/>
                      <a:pt x="397" y="148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2" y="148"/>
                      <a:pt x="0" y="146"/>
                      <a:pt x="0" y="14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397" y="0"/>
                      <a:pt x="397" y="0"/>
                      <a:pt x="397" y="0"/>
                    </a:cubicBezTo>
                    <a:cubicBezTo>
                      <a:pt x="400" y="0"/>
                      <a:pt x="402" y="3"/>
                      <a:pt x="402" y="5"/>
                    </a:cubicBezTo>
                    <a:cubicBezTo>
                      <a:pt x="402" y="143"/>
                      <a:pt x="402" y="143"/>
                      <a:pt x="402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41"/>
              <p:cNvSpPr/>
              <p:nvPr/>
            </p:nvSpPr>
            <p:spPr>
              <a:xfrm>
                <a:off x="3179646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41"/>
              <p:cNvSpPr/>
              <p:nvPr/>
            </p:nvSpPr>
            <p:spPr>
              <a:xfrm>
                <a:off x="3270165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41"/>
              <p:cNvSpPr/>
              <p:nvPr/>
            </p:nvSpPr>
            <p:spPr>
              <a:xfrm>
                <a:off x="3359426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8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41"/>
              <p:cNvSpPr/>
              <p:nvPr/>
            </p:nvSpPr>
            <p:spPr>
              <a:xfrm>
                <a:off x="3448688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5" y="121"/>
                      <a:pt x="5" y="121"/>
                      <a:pt x="5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41"/>
              <p:cNvSpPr/>
              <p:nvPr/>
            </p:nvSpPr>
            <p:spPr>
              <a:xfrm>
                <a:off x="3539206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41"/>
              <p:cNvSpPr/>
              <p:nvPr/>
            </p:nvSpPr>
            <p:spPr>
              <a:xfrm>
                <a:off x="3629724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8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41"/>
              <p:cNvSpPr/>
              <p:nvPr/>
            </p:nvSpPr>
            <p:spPr>
              <a:xfrm>
                <a:off x="3717729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5" y="121"/>
                      <a:pt x="5" y="121"/>
                      <a:pt x="5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41"/>
              <p:cNvSpPr/>
              <p:nvPr/>
            </p:nvSpPr>
            <p:spPr>
              <a:xfrm>
                <a:off x="3808248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2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Limitations</a:t>
            </a:r>
            <a:r>
              <a:rPr lang="en"/>
              <a:t> </a:t>
            </a:r>
            <a:endParaRPr/>
          </a:p>
        </p:txBody>
      </p:sp>
      <p:sp>
        <p:nvSpPr>
          <p:cNvPr id="856" name="Google Shape;856;p42"/>
          <p:cNvSpPr txBox="1"/>
          <p:nvPr>
            <p:ph idx="1" type="body"/>
          </p:nvPr>
        </p:nvSpPr>
        <p:spPr>
          <a:xfrm>
            <a:off x="997500" y="151555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Imbalanced</a:t>
            </a: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Dataset: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○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150 patients without CKD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○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250 patients with CKD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Data quality issues: ‘?’ or blank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Findings are </a:t>
            </a: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strictly</a:t>
            </a:r>
            <a:r>
              <a:rPr lang="en" sz="15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correlational, no causation</a:t>
            </a:r>
            <a:endParaRPr sz="15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540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57" name="Google Shape;857;p42"/>
          <p:cNvGrpSpPr/>
          <p:nvPr/>
        </p:nvGrpSpPr>
        <p:grpSpPr>
          <a:xfrm>
            <a:off x="5138438" y="1618584"/>
            <a:ext cx="3297119" cy="2253636"/>
            <a:chOff x="4874830" y="1461885"/>
            <a:chExt cx="3554079" cy="2429272"/>
          </a:xfrm>
        </p:grpSpPr>
        <p:grpSp>
          <p:nvGrpSpPr>
            <p:cNvPr id="858" name="Google Shape;858;p42"/>
            <p:cNvGrpSpPr/>
            <p:nvPr/>
          </p:nvGrpSpPr>
          <p:grpSpPr>
            <a:xfrm>
              <a:off x="4874830" y="1461885"/>
              <a:ext cx="3092900" cy="2219731"/>
              <a:chOff x="3474451" y="579541"/>
              <a:chExt cx="2806625" cy="2014275"/>
            </a:xfrm>
          </p:grpSpPr>
          <p:sp>
            <p:nvSpPr>
              <p:cNvPr id="859" name="Google Shape;859;p42"/>
              <p:cNvSpPr/>
              <p:nvPr/>
            </p:nvSpPr>
            <p:spPr>
              <a:xfrm>
                <a:off x="4961397" y="1396389"/>
                <a:ext cx="512988" cy="1120655"/>
              </a:xfrm>
              <a:custGeom>
                <a:rect b="b" l="l" r="r" t="t"/>
                <a:pathLst>
                  <a:path extrusionOk="0" h="702" w="333">
                    <a:moveTo>
                      <a:pt x="310" y="0"/>
                    </a:moveTo>
                    <a:cubicBezTo>
                      <a:pt x="310" y="0"/>
                      <a:pt x="149" y="5"/>
                      <a:pt x="74" y="124"/>
                    </a:cubicBezTo>
                    <a:cubicBezTo>
                      <a:pt x="0" y="242"/>
                      <a:pt x="21" y="702"/>
                      <a:pt x="21" y="702"/>
                    </a:cubicBezTo>
                    <a:cubicBezTo>
                      <a:pt x="76" y="702"/>
                      <a:pt x="76" y="702"/>
                      <a:pt x="76" y="702"/>
                    </a:cubicBezTo>
                    <a:cubicBezTo>
                      <a:pt x="76" y="702"/>
                      <a:pt x="41" y="263"/>
                      <a:pt x="128" y="149"/>
                    </a:cubicBezTo>
                    <a:cubicBezTo>
                      <a:pt x="205" y="47"/>
                      <a:pt x="333" y="43"/>
                      <a:pt x="333" y="43"/>
                    </a:cubicBezTo>
                    <a:cubicBezTo>
                      <a:pt x="310" y="0"/>
                      <a:pt x="310" y="0"/>
                      <a:pt x="31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42"/>
              <p:cNvSpPr/>
              <p:nvPr/>
            </p:nvSpPr>
            <p:spPr>
              <a:xfrm>
                <a:off x="4992906" y="2457797"/>
                <a:ext cx="0" cy="20169"/>
              </a:xfrm>
              <a:custGeom>
                <a:rect b="b" l="l" r="r" t="t"/>
                <a:pathLst>
                  <a:path extrusionOk="0" h="13" w="120000">
                    <a:moveTo>
                      <a:pt x="0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6"/>
                      <a:pt x="0" y="9"/>
                    </a:cubicBezTo>
                    <a:cubicBezTo>
                      <a:pt x="0" y="7"/>
                      <a:pt x="0" y="4"/>
                      <a:pt x="0" y="0"/>
                    </a:cubicBezTo>
                  </a:path>
                </a:pathLst>
              </a:custGeom>
              <a:solidFill>
                <a:srgbClr val="FDC8D4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2"/>
              <p:cNvSpPr/>
              <p:nvPr/>
            </p:nvSpPr>
            <p:spPr>
              <a:xfrm>
                <a:off x="4992911" y="1455634"/>
                <a:ext cx="392002" cy="1061448"/>
              </a:xfrm>
              <a:custGeom>
                <a:rect b="b" l="l" r="r" t="t"/>
                <a:pathLst>
                  <a:path extrusionOk="0" h="663" w="254">
                    <a:moveTo>
                      <a:pt x="254" y="0"/>
                    </a:moveTo>
                    <a:cubicBezTo>
                      <a:pt x="210" y="11"/>
                      <a:pt x="148" y="37"/>
                      <a:pt x="103" y="96"/>
                    </a:cubicBezTo>
                    <a:cubicBezTo>
                      <a:pt x="15" y="210"/>
                      <a:pt x="51" y="650"/>
                      <a:pt x="51" y="650"/>
                    </a:cubicBezTo>
                    <a:cubicBezTo>
                      <a:pt x="0" y="650"/>
                      <a:pt x="0" y="650"/>
                      <a:pt x="0" y="650"/>
                    </a:cubicBezTo>
                    <a:cubicBezTo>
                      <a:pt x="0" y="654"/>
                      <a:pt x="0" y="657"/>
                      <a:pt x="0" y="659"/>
                    </a:cubicBezTo>
                    <a:cubicBezTo>
                      <a:pt x="0" y="662"/>
                      <a:pt x="0" y="663"/>
                      <a:pt x="0" y="663"/>
                    </a:cubicBezTo>
                    <a:cubicBezTo>
                      <a:pt x="0" y="663"/>
                      <a:pt x="0" y="663"/>
                      <a:pt x="0" y="663"/>
                    </a:cubicBezTo>
                    <a:cubicBezTo>
                      <a:pt x="0" y="663"/>
                      <a:pt x="0" y="663"/>
                      <a:pt x="0" y="663"/>
                    </a:cubicBezTo>
                    <a:cubicBezTo>
                      <a:pt x="55" y="663"/>
                      <a:pt x="55" y="663"/>
                      <a:pt x="55" y="663"/>
                    </a:cubicBezTo>
                    <a:cubicBezTo>
                      <a:pt x="55" y="663"/>
                      <a:pt x="48" y="575"/>
                      <a:pt x="48" y="467"/>
                    </a:cubicBezTo>
                    <a:cubicBezTo>
                      <a:pt x="48" y="334"/>
                      <a:pt x="59" y="172"/>
                      <a:pt x="107" y="110"/>
                    </a:cubicBezTo>
                    <a:cubicBezTo>
                      <a:pt x="149" y="54"/>
                      <a:pt x="207" y="28"/>
                      <a:pt x="250" y="15"/>
                    </a:cubicBezTo>
                    <a:cubicBezTo>
                      <a:pt x="252" y="10"/>
                      <a:pt x="253" y="5"/>
                      <a:pt x="254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42"/>
              <p:cNvSpPr/>
              <p:nvPr/>
            </p:nvSpPr>
            <p:spPr>
              <a:xfrm>
                <a:off x="4984083" y="1211089"/>
                <a:ext cx="518041" cy="325228"/>
              </a:xfrm>
              <a:custGeom>
                <a:rect b="b" l="l" r="r" t="t"/>
                <a:pathLst>
                  <a:path extrusionOk="0" h="211" w="336">
                    <a:moveTo>
                      <a:pt x="293" y="0"/>
                    </a:moveTo>
                    <a:cubicBezTo>
                      <a:pt x="293" y="0"/>
                      <a:pt x="186" y="104"/>
                      <a:pt x="19" y="4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97"/>
                      <a:pt x="140" y="211"/>
                      <a:pt x="311" y="135"/>
                    </a:cubicBezTo>
                    <a:cubicBezTo>
                      <a:pt x="311" y="135"/>
                      <a:pt x="336" y="67"/>
                      <a:pt x="29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42"/>
              <p:cNvSpPr/>
              <p:nvPr/>
            </p:nvSpPr>
            <p:spPr>
              <a:xfrm>
                <a:off x="4984083" y="1333365"/>
                <a:ext cx="487790" cy="202953"/>
              </a:xfrm>
              <a:custGeom>
                <a:rect b="b" l="l" r="r" t="t"/>
                <a:pathLst>
                  <a:path extrusionOk="0" h="132" w="317">
                    <a:moveTo>
                      <a:pt x="7" y="0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40" y="132"/>
                      <a:pt x="311" y="56"/>
                    </a:cubicBezTo>
                    <a:cubicBezTo>
                      <a:pt x="311" y="56"/>
                      <a:pt x="315" y="47"/>
                      <a:pt x="317" y="31"/>
                    </a:cubicBezTo>
                    <a:cubicBezTo>
                      <a:pt x="181" y="79"/>
                      <a:pt x="65" y="33"/>
                      <a:pt x="7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42"/>
              <p:cNvSpPr/>
              <p:nvPr/>
            </p:nvSpPr>
            <p:spPr>
              <a:xfrm>
                <a:off x="5121471" y="1119067"/>
                <a:ext cx="350402" cy="238249"/>
              </a:xfrm>
              <a:custGeom>
                <a:rect b="b" l="l" r="r" t="t"/>
                <a:pathLst>
                  <a:path extrusionOk="0" h="155" w="228">
                    <a:moveTo>
                      <a:pt x="225" y="50"/>
                    </a:moveTo>
                    <a:cubicBezTo>
                      <a:pt x="225" y="50"/>
                      <a:pt x="118" y="92"/>
                      <a:pt x="31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50" y="155"/>
                      <a:pt x="187" y="152"/>
                    </a:cubicBezTo>
                    <a:cubicBezTo>
                      <a:pt x="187" y="152"/>
                      <a:pt x="228" y="111"/>
                      <a:pt x="225" y="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42"/>
              <p:cNvSpPr/>
              <p:nvPr/>
            </p:nvSpPr>
            <p:spPr>
              <a:xfrm>
                <a:off x="5121471" y="1149321"/>
                <a:ext cx="307547" cy="207995"/>
              </a:xfrm>
              <a:custGeom>
                <a:rect b="b" l="l" r="r" t="t"/>
                <a:pathLst>
                  <a:path extrusionOk="0" h="135" w="200">
                    <a:moveTo>
                      <a:pt x="11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50" y="135"/>
                      <a:pt x="187" y="132"/>
                    </a:cubicBezTo>
                    <a:cubicBezTo>
                      <a:pt x="187" y="132"/>
                      <a:pt x="193" y="126"/>
                      <a:pt x="200" y="116"/>
                    </a:cubicBezTo>
                    <a:cubicBezTo>
                      <a:pt x="96" y="109"/>
                      <a:pt x="37" y="41"/>
                      <a:pt x="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42"/>
              <p:cNvSpPr/>
              <p:nvPr/>
            </p:nvSpPr>
            <p:spPr>
              <a:xfrm>
                <a:off x="5187014" y="579541"/>
                <a:ext cx="1094062" cy="1784976"/>
              </a:xfrm>
              <a:custGeom>
                <a:rect b="b" l="l" r="r" t="t"/>
                <a:pathLst>
                  <a:path extrusionOk="0" h="1158" w="710">
                    <a:moveTo>
                      <a:pt x="326" y="18"/>
                    </a:moveTo>
                    <a:cubicBezTo>
                      <a:pt x="199" y="0"/>
                      <a:pt x="97" y="64"/>
                      <a:pt x="60" y="160"/>
                    </a:cubicBezTo>
                    <a:cubicBezTo>
                      <a:pt x="29" y="238"/>
                      <a:pt x="79" y="361"/>
                      <a:pt x="112" y="430"/>
                    </a:cubicBezTo>
                    <a:cubicBezTo>
                      <a:pt x="146" y="499"/>
                      <a:pt x="138" y="576"/>
                      <a:pt x="92" y="670"/>
                    </a:cubicBezTo>
                    <a:cubicBezTo>
                      <a:pt x="46" y="765"/>
                      <a:pt x="0" y="1000"/>
                      <a:pt x="161" y="1079"/>
                    </a:cubicBezTo>
                    <a:cubicBezTo>
                      <a:pt x="322" y="1158"/>
                      <a:pt x="673" y="1026"/>
                      <a:pt x="692" y="604"/>
                    </a:cubicBezTo>
                    <a:cubicBezTo>
                      <a:pt x="710" y="213"/>
                      <a:pt x="503" y="44"/>
                      <a:pt x="326" y="1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42"/>
              <p:cNvSpPr/>
              <p:nvPr/>
            </p:nvSpPr>
            <p:spPr>
              <a:xfrm>
                <a:off x="5404973" y="1057309"/>
                <a:ext cx="301246" cy="255897"/>
              </a:xfrm>
              <a:custGeom>
                <a:rect b="b" l="l" r="r" t="t"/>
                <a:pathLst>
                  <a:path extrusionOk="0" h="166" w="195">
                    <a:moveTo>
                      <a:pt x="195" y="3"/>
                    </a:moveTo>
                    <a:cubicBezTo>
                      <a:pt x="174" y="12"/>
                      <a:pt x="154" y="22"/>
                      <a:pt x="136" y="33"/>
                    </a:cubicBezTo>
                    <a:cubicBezTo>
                      <a:pt x="117" y="44"/>
                      <a:pt x="100" y="55"/>
                      <a:pt x="84" y="69"/>
                    </a:cubicBezTo>
                    <a:cubicBezTo>
                      <a:pt x="68" y="82"/>
                      <a:pt x="53" y="97"/>
                      <a:pt x="40" y="113"/>
                    </a:cubicBezTo>
                    <a:cubicBezTo>
                      <a:pt x="32" y="121"/>
                      <a:pt x="26" y="130"/>
                      <a:pt x="19" y="139"/>
                    </a:cubicBezTo>
                    <a:cubicBezTo>
                      <a:pt x="13" y="148"/>
                      <a:pt x="7" y="157"/>
                      <a:pt x="0" y="166"/>
                    </a:cubicBezTo>
                    <a:cubicBezTo>
                      <a:pt x="0" y="160"/>
                      <a:pt x="1" y="155"/>
                      <a:pt x="2" y="149"/>
                    </a:cubicBezTo>
                    <a:cubicBezTo>
                      <a:pt x="3" y="143"/>
                      <a:pt x="4" y="138"/>
                      <a:pt x="6" y="132"/>
                    </a:cubicBezTo>
                    <a:cubicBezTo>
                      <a:pt x="10" y="121"/>
                      <a:pt x="14" y="110"/>
                      <a:pt x="20" y="100"/>
                    </a:cubicBezTo>
                    <a:cubicBezTo>
                      <a:pt x="31" y="79"/>
                      <a:pt x="47" y="61"/>
                      <a:pt x="65" y="46"/>
                    </a:cubicBezTo>
                    <a:cubicBezTo>
                      <a:pt x="83" y="30"/>
                      <a:pt x="104" y="19"/>
                      <a:pt x="126" y="11"/>
                    </a:cubicBezTo>
                    <a:cubicBezTo>
                      <a:pt x="148" y="4"/>
                      <a:pt x="172" y="0"/>
                      <a:pt x="195" y="3"/>
                    </a:cubicBezTo>
                    <a:close/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42"/>
              <p:cNvSpPr/>
              <p:nvPr/>
            </p:nvSpPr>
            <p:spPr>
              <a:xfrm>
                <a:off x="5376084" y="1653541"/>
                <a:ext cx="291162" cy="265982"/>
              </a:xfrm>
              <a:custGeom>
                <a:rect b="b" l="l" r="r" t="t"/>
                <a:pathLst>
                  <a:path extrusionOk="0" h="173" w="189">
                    <a:moveTo>
                      <a:pt x="189" y="170"/>
                    </a:moveTo>
                    <a:cubicBezTo>
                      <a:pt x="168" y="160"/>
                      <a:pt x="149" y="150"/>
                      <a:pt x="131" y="139"/>
                    </a:cubicBezTo>
                    <a:cubicBezTo>
                      <a:pt x="113" y="127"/>
                      <a:pt x="96" y="115"/>
                      <a:pt x="81" y="100"/>
                    </a:cubicBezTo>
                    <a:cubicBezTo>
                      <a:pt x="66" y="86"/>
                      <a:pt x="51" y="71"/>
                      <a:pt x="38" y="54"/>
                    </a:cubicBezTo>
                    <a:cubicBezTo>
                      <a:pt x="31" y="46"/>
                      <a:pt x="26" y="37"/>
                      <a:pt x="19" y="28"/>
                    </a:cubicBezTo>
                    <a:cubicBezTo>
                      <a:pt x="13" y="19"/>
                      <a:pt x="7" y="9"/>
                      <a:pt x="0" y="0"/>
                    </a:cubicBezTo>
                    <a:cubicBezTo>
                      <a:pt x="1" y="6"/>
                      <a:pt x="1" y="11"/>
                      <a:pt x="2" y="17"/>
                    </a:cubicBezTo>
                    <a:cubicBezTo>
                      <a:pt x="3" y="23"/>
                      <a:pt x="4" y="29"/>
                      <a:pt x="6" y="34"/>
                    </a:cubicBezTo>
                    <a:cubicBezTo>
                      <a:pt x="9" y="45"/>
                      <a:pt x="12" y="57"/>
                      <a:pt x="18" y="67"/>
                    </a:cubicBezTo>
                    <a:cubicBezTo>
                      <a:pt x="28" y="88"/>
                      <a:pt x="43" y="107"/>
                      <a:pt x="61" y="123"/>
                    </a:cubicBezTo>
                    <a:cubicBezTo>
                      <a:pt x="78" y="139"/>
                      <a:pt x="99" y="151"/>
                      <a:pt x="121" y="160"/>
                    </a:cubicBezTo>
                    <a:cubicBezTo>
                      <a:pt x="143" y="168"/>
                      <a:pt x="166" y="173"/>
                      <a:pt x="189" y="170"/>
                    </a:cubicBezTo>
                    <a:close/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42"/>
              <p:cNvSpPr/>
              <p:nvPr/>
            </p:nvSpPr>
            <p:spPr>
              <a:xfrm>
                <a:off x="5432800" y="1386309"/>
                <a:ext cx="821807" cy="855931"/>
              </a:xfrm>
              <a:custGeom>
                <a:rect b="b" l="l" r="r" t="t"/>
                <a:pathLst>
                  <a:path extrusionOk="0" h="555" w="534">
                    <a:moveTo>
                      <a:pt x="1" y="555"/>
                    </a:moveTo>
                    <a:cubicBezTo>
                      <a:pt x="2" y="555"/>
                      <a:pt x="2" y="555"/>
                      <a:pt x="2" y="555"/>
                    </a:cubicBezTo>
                    <a:cubicBezTo>
                      <a:pt x="2" y="555"/>
                      <a:pt x="2" y="555"/>
                      <a:pt x="1" y="555"/>
                    </a:cubicBezTo>
                    <a:moveTo>
                      <a:pt x="1" y="555"/>
                    </a:moveTo>
                    <a:cubicBezTo>
                      <a:pt x="1" y="555"/>
                      <a:pt x="1" y="555"/>
                      <a:pt x="1" y="555"/>
                    </a:cubicBezTo>
                    <a:cubicBezTo>
                      <a:pt x="1" y="555"/>
                      <a:pt x="1" y="555"/>
                      <a:pt x="1" y="555"/>
                    </a:cubicBezTo>
                    <a:moveTo>
                      <a:pt x="1" y="554"/>
                    </a:moveTo>
                    <a:cubicBezTo>
                      <a:pt x="1" y="554"/>
                      <a:pt x="1" y="555"/>
                      <a:pt x="1" y="555"/>
                    </a:cubicBezTo>
                    <a:cubicBezTo>
                      <a:pt x="1" y="555"/>
                      <a:pt x="1" y="554"/>
                      <a:pt x="1" y="554"/>
                    </a:cubicBezTo>
                    <a:moveTo>
                      <a:pt x="0" y="554"/>
                    </a:moveTo>
                    <a:cubicBezTo>
                      <a:pt x="0" y="554"/>
                      <a:pt x="0" y="554"/>
                      <a:pt x="0" y="554"/>
                    </a:cubicBezTo>
                    <a:cubicBezTo>
                      <a:pt x="0" y="554"/>
                      <a:pt x="0" y="554"/>
                      <a:pt x="0" y="554"/>
                    </a:cubicBezTo>
                    <a:moveTo>
                      <a:pt x="533" y="79"/>
                    </a:moveTo>
                    <a:cubicBezTo>
                      <a:pt x="533" y="79"/>
                      <a:pt x="533" y="80"/>
                      <a:pt x="533" y="80"/>
                    </a:cubicBezTo>
                    <a:cubicBezTo>
                      <a:pt x="533" y="79"/>
                      <a:pt x="533" y="79"/>
                      <a:pt x="533" y="79"/>
                    </a:cubicBezTo>
                    <a:moveTo>
                      <a:pt x="533" y="78"/>
                    </a:moveTo>
                    <a:cubicBezTo>
                      <a:pt x="533" y="78"/>
                      <a:pt x="533" y="78"/>
                      <a:pt x="533" y="78"/>
                    </a:cubicBezTo>
                    <a:cubicBezTo>
                      <a:pt x="533" y="78"/>
                      <a:pt x="533" y="78"/>
                      <a:pt x="533" y="78"/>
                    </a:cubicBezTo>
                    <a:moveTo>
                      <a:pt x="533" y="77"/>
                    </a:moveTo>
                    <a:cubicBezTo>
                      <a:pt x="533" y="77"/>
                      <a:pt x="533" y="77"/>
                      <a:pt x="533" y="77"/>
                    </a:cubicBezTo>
                    <a:cubicBezTo>
                      <a:pt x="533" y="77"/>
                      <a:pt x="533" y="77"/>
                      <a:pt x="533" y="77"/>
                    </a:cubicBezTo>
                    <a:moveTo>
                      <a:pt x="533" y="76"/>
                    </a:moveTo>
                    <a:cubicBezTo>
                      <a:pt x="533" y="76"/>
                      <a:pt x="533" y="76"/>
                      <a:pt x="533" y="76"/>
                    </a:cubicBezTo>
                    <a:cubicBezTo>
                      <a:pt x="533" y="76"/>
                      <a:pt x="533" y="76"/>
                      <a:pt x="533" y="76"/>
                    </a:cubicBezTo>
                    <a:moveTo>
                      <a:pt x="534" y="74"/>
                    </a:moveTo>
                    <a:cubicBezTo>
                      <a:pt x="534" y="75"/>
                      <a:pt x="534" y="75"/>
                      <a:pt x="533" y="75"/>
                    </a:cubicBezTo>
                    <a:cubicBezTo>
                      <a:pt x="534" y="75"/>
                      <a:pt x="534" y="75"/>
                      <a:pt x="534" y="74"/>
                    </a:cubicBezTo>
                    <a:moveTo>
                      <a:pt x="534" y="73"/>
                    </a:moveTo>
                    <a:cubicBezTo>
                      <a:pt x="534" y="73"/>
                      <a:pt x="534" y="74"/>
                      <a:pt x="534" y="74"/>
                    </a:cubicBezTo>
                    <a:cubicBezTo>
                      <a:pt x="534" y="74"/>
                      <a:pt x="534" y="73"/>
                      <a:pt x="534" y="73"/>
                    </a:cubicBezTo>
                    <a:moveTo>
                      <a:pt x="534" y="72"/>
                    </a:moveTo>
                    <a:cubicBezTo>
                      <a:pt x="534" y="72"/>
                      <a:pt x="534" y="73"/>
                      <a:pt x="534" y="73"/>
                    </a:cubicBezTo>
                    <a:cubicBezTo>
                      <a:pt x="534" y="73"/>
                      <a:pt x="534" y="72"/>
                      <a:pt x="534" y="72"/>
                    </a:cubicBezTo>
                    <a:moveTo>
                      <a:pt x="534" y="71"/>
                    </a:moveTo>
                    <a:cubicBezTo>
                      <a:pt x="534" y="71"/>
                      <a:pt x="534" y="71"/>
                      <a:pt x="534" y="72"/>
                    </a:cubicBezTo>
                    <a:cubicBezTo>
                      <a:pt x="534" y="71"/>
                      <a:pt x="534" y="71"/>
                      <a:pt x="534" y="71"/>
                    </a:cubicBezTo>
                    <a:moveTo>
                      <a:pt x="534" y="70"/>
                    </a:moveTo>
                    <a:cubicBezTo>
                      <a:pt x="534" y="70"/>
                      <a:pt x="534" y="70"/>
                      <a:pt x="534" y="70"/>
                    </a:cubicBezTo>
                    <a:cubicBezTo>
                      <a:pt x="534" y="70"/>
                      <a:pt x="534" y="70"/>
                      <a:pt x="534" y="70"/>
                    </a:cubicBezTo>
                    <a:moveTo>
                      <a:pt x="534" y="69"/>
                    </a:moveTo>
                    <a:cubicBezTo>
                      <a:pt x="534" y="69"/>
                      <a:pt x="534" y="69"/>
                      <a:pt x="534" y="69"/>
                    </a:cubicBezTo>
                    <a:cubicBezTo>
                      <a:pt x="534" y="69"/>
                      <a:pt x="534" y="69"/>
                      <a:pt x="534" y="69"/>
                    </a:cubicBezTo>
                    <a:moveTo>
                      <a:pt x="534" y="68"/>
                    </a:moveTo>
                    <a:cubicBezTo>
                      <a:pt x="534" y="68"/>
                      <a:pt x="534" y="68"/>
                      <a:pt x="534" y="68"/>
                    </a:cubicBezTo>
                    <a:cubicBezTo>
                      <a:pt x="534" y="68"/>
                      <a:pt x="534" y="68"/>
                      <a:pt x="534" y="68"/>
                    </a:cubicBezTo>
                    <a:moveTo>
                      <a:pt x="534" y="66"/>
                    </a:moveTo>
                    <a:cubicBezTo>
                      <a:pt x="534" y="67"/>
                      <a:pt x="534" y="67"/>
                      <a:pt x="534" y="67"/>
                    </a:cubicBezTo>
                    <a:cubicBezTo>
                      <a:pt x="534" y="67"/>
                      <a:pt x="534" y="67"/>
                      <a:pt x="534" y="66"/>
                    </a:cubicBezTo>
                    <a:moveTo>
                      <a:pt x="534" y="65"/>
                    </a:moveTo>
                    <a:cubicBezTo>
                      <a:pt x="534" y="65"/>
                      <a:pt x="534" y="66"/>
                      <a:pt x="534" y="66"/>
                    </a:cubicBezTo>
                    <a:cubicBezTo>
                      <a:pt x="534" y="66"/>
                      <a:pt x="534" y="65"/>
                      <a:pt x="534" y="65"/>
                    </a:cubicBezTo>
                    <a:moveTo>
                      <a:pt x="534" y="64"/>
                    </a:moveTo>
                    <a:cubicBezTo>
                      <a:pt x="534" y="64"/>
                      <a:pt x="534" y="65"/>
                      <a:pt x="534" y="65"/>
                    </a:cubicBezTo>
                    <a:cubicBezTo>
                      <a:pt x="534" y="65"/>
                      <a:pt x="534" y="64"/>
                      <a:pt x="534" y="64"/>
                    </a:cubicBezTo>
                    <a:moveTo>
                      <a:pt x="534" y="63"/>
                    </a:moveTo>
                    <a:cubicBezTo>
                      <a:pt x="534" y="63"/>
                      <a:pt x="534" y="64"/>
                      <a:pt x="534" y="64"/>
                    </a:cubicBezTo>
                    <a:cubicBezTo>
                      <a:pt x="534" y="64"/>
                      <a:pt x="534" y="63"/>
                      <a:pt x="534" y="63"/>
                    </a:cubicBezTo>
                    <a:moveTo>
                      <a:pt x="534" y="62"/>
                    </a:moveTo>
                    <a:cubicBezTo>
                      <a:pt x="534" y="62"/>
                      <a:pt x="534" y="62"/>
                      <a:pt x="534" y="63"/>
                    </a:cubicBezTo>
                    <a:cubicBezTo>
                      <a:pt x="534" y="62"/>
                      <a:pt x="534" y="62"/>
                      <a:pt x="534" y="62"/>
                    </a:cubicBezTo>
                    <a:moveTo>
                      <a:pt x="534" y="61"/>
                    </a:moveTo>
                    <a:cubicBezTo>
                      <a:pt x="534" y="61"/>
                      <a:pt x="534" y="61"/>
                      <a:pt x="534" y="62"/>
                    </a:cubicBezTo>
                    <a:cubicBezTo>
                      <a:pt x="534" y="61"/>
                      <a:pt x="534" y="61"/>
                      <a:pt x="534" y="61"/>
                    </a:cubicBezTo>
                    <a:moveTo>
                      <a:pt x="534" y="60"/>
                    </a:moveTo>
                    <a:cubicBezTo>
                      <a:pt x="534" y="60"/>
                      <a:pt x="534" y="60"/>
                      <a:pt x="534" y="61"/>
                    </a:cubicBezTo>
                    <a:cubicBezTo>
                      <a:pt x="534" y="60"/>
                      <a:pt x="534" y="60"/>
                      <a:pt x="534" y="60"/>
                    </a:cubicBezTo>
                    <a:moveTo>
                      <a:pt x="534" y="58"/>
                    </a:moveTo>
                    <a:cubicBezTo>
                      <a:pt x="534" y="59"/>
                      <a:pt x="534" y="59"/>
                      <a:pt x="534" y="59"/>
                    </a:cubicBezTo>
                    <a:cubicBezTo>
                      <a:pt x="534" y="59"/>
                      <a:pt x="534" y="59"/>
                      <a:pt x="534" y="58"/>
                    </a:cubicBezTo>
                    <a:moveTo>
                      <a:pt x="534" y="57"/>
                    </a:moveTo>
                    <a:cubicBezTo>
                      <a:pt x="534" y="58"/>
                      <a:pt x="534" y="58"/>
                      <a:pt x="534" y="58"/>
                    </a:cubicBezTo>
                    <a:cubicBezTo>
                      <a:pt x="534" y="58"/>
                      <a:pt x="534" y="58"/>
                      <a:pt x="534" y="57"/>
                    </a:cubicBezTo>
                    <a:moveTo>
                      <a:pt x="534" y="56"/>
                    </a:moveTo>
                    <a:cubicBezTo>
                      <a:pt x="534" y="57"/>
                      <a:pt x="534" y="57"/>
                      <a:pt x="534" y="57"/>
                    </a:cubicBezTo>
                    <a:cubicBezTo>
                      <a:pt x="534" y="57"/>
                      <a:pt x="534" y="57"/>
                      <a:pt x="534" y="56"/>
                    </a:cubicBezTo>
                    <a:moveTo>
                      <a:pt x="534" y="55"/>
                    </a:moveTo>
                    <a:cubicBezTo>
                      <a:pt x="534" y="55"/>
                      <a:pt x="534" y="56"/>
                      <a:pt x="534" y="56"/>
                    </a:cubicBezTo>
                    <a:cubicBezTo>
                      <a:pt x="534" y="56"/>
                      <a:pt x="534" y="55"/>
                      <a:pt x="534" y="55"/>
                    </a:cubicBezTo>
                    <a:moveTo>
                      <a:pt x="534" y="54"/>
                    </a:moveTo>
                    <a:cubicBezTo>
                      <a:pt x="534" y="54"/>
                      <a:pt x="534" y="55"/>
                      <a:pt x="534" y="55"/>
                    </a:cubicBezTo>
                    <a:cubicBezTo>
                      <a:pt x="534" y="55"/>
                      <a:pt x="534" y="54"/>
                      <a:pt x="534" y="54"/>
                    </a:cubicBezTo>
                    <a:moveTo>
                      <a:pt x="534" y="53"/>
                    </a:moveTo>
                    <a:cubicBezTo>
                      <a:pt x="534" y="53"/>
                      <a:pt x="534" y="53"/>
                      <a:pt x="534" y="54"/>
                    </a:cubicBezTo>
                    <a:cubicBezTo>
                      <a:pt x="534" y="53"/>
                      <a:pt x="534" y="53"/>
                      <a:pt x="534" y="53"/>
                    </a:cubicBezTo>
                    <a:moveTo>
                      <a:pt x="534" y="52"/>
                    </a:moveTo>
                    <a:cubicBezTo>
                      <a:pt x="534" y="52"/>
                      <a:pt x="534" y="52"/>
                      <a:pt x="534" y="52"/>
                    </a:cubicBezTo>
                    <a:cubicBezTo>
                      <a:pt x="534" y="52"/>
                      <a:pt x="534" y="52"/>
                      <a:pt x="534" y="52"/>
                    </a:cubicBezTo>
                    <a:moveTo>
                      <a:pt x="534" y="51"/>
                    </a:moveTo>
                    <a:cubicBezTo>
                      <a:pt x="534" y="51"/>
                      <a:pt x="534" y="51"/>
                      <a:pt x="534" y="51"/>
                    </a:cubicBezTo>
                    <a:cubicBezTo>
                      <a:pt x="534" y="51"/>
                      <a:pt x="534" y="51"/>
                      <a:pt x="534" y="51"/>
                    </a:cubicBezTo>
                    <a:moveTo>
                      <a:pt x="534" y="50"/>
                    </a:moveTo>
                    <a:cubicBezTo>
                      <a:pt x="534" y="50"/>
                      <a:pt x="534" y="50"/>
                      <a:pt x="534" y="50"/>
                    </a:cubicBezTo>
                    <a:cubicBezTo>
                      <a:pt x="534" y="50"/>
                      <a:pt x="534" y="50"/>
                      <a:pt x="534" y="50"/>
                    </a:cubicBezTo>
                    <a:moveTo>
                      <a:pt x="534" y="49"/>
                    </a:moveTo>
                    <a:cubicBezTo>
                      <a:pt x="534" y="49"/>
                      <a:pt x="534" y="49"/>
                      <a:pt x="534" y="49"/>
                    </a:cubicBezTo>
                    <a:cubicBezTo>
                      <a:pt x="534" y="49"/>
                      <a:pt x="534" y="49"/>
                      <a:pt x="534" y="49"/>
                    </a:cubicBezTo>
                    <a:moveTo>
                      <a:pt x="534" y="47"/>
                    </a:moveTo>
                    <a:cubicBezTo>
                      <a:pt x="534" y="48"/>
                      <a:pt x="534" y="48"/>
                      <a:pt x="534" y="48"/>
                    </a:cubicBezTo>
                    <a:cubicBezTo>
                      <a:pt x="534" y="48"/>
                      <a:pt x="534" y="48"/>
                      <a:pt x="534" y="47"/>
                    </a:cubicBezTo>
                    <a:moveTo>
                      <a:pt x="534" y="46"/>
                    </a:moveTo>
                    <a:cubicBezTo>
                      <a:pt x="534" y="46"/>
                      <a:pt x="534" y="47"/>
                      <a:pt x="534" y="47"/>
                    </a:cubicBezTo>
                    <a:cubicBezTo>
                      <a:pt x="534" y="47"/>
                      <a:pt x="534" y="46"/>
                      <a:pt x="534" y="46"/>
                    </a:cubicBezTo>
                    <a:moveTo>
                      <a:pt x="534" y="45"/>
                    </a:moveTo>
                    <a:cubicBezTo>
                      <a:pt x="534" y="45"/>
                      <a:pt x="534" y="46"/>
                      <a:pt x="534" y="46"/>
                    </a:cubicBezTo>
                    <a:cubicBezTo>
                      <a:pt x="534" y="46"/>
                      <a:pt x="534" y="45"/>
                      <a:pt x="534" y="45"/>
                    </a:cubicBezTo>
                    <a:moveTo>
                      <a:pt x="534" y="44"/>
                    </a:moveTo>
                    <a:cubicBezTo>
                      <a:pt x="534" y="44"/>
                      <a:pt x="534" y="45"/>
                      <a:pt x="534" y="45"/>
                    </a:cubicBezTo>
                    <a:cubicBezTo>
                      <a:pt x="534" y="45"/>
                      <a:pt x="534" y="44"/>
                      <a:pt x="534" y="44"/>
                    </a:cubicBezTo>
                    <a:moveTo>
                      <a:pt x="534" y="43"/>
                    </a:moveTo>
                    <a:cubicBezTo>
                      <a:pt x="534" y="43"/>
                      <a:pt x="534" y="43"/>
                      <a:pt x="534" y="44"/>
                    </a:cubicBezTo>
                    <a:cubicBezTo>
                      <a:pt x="534" y="43"/>
                      <a:pt x="534" y="43"/>
                      <a:pt x="534" y="43"/>
                    </a:cubicBezTo>
                    <a:moveTo>
                      <a:pt x="534" y="42"/>
                    </a:moveTo>
                    <a:cubicBezTo>
                      <a:pt x="534" y="42"/>
                      <a:pt x="534" y="42"/>
                      <a:pt x="534" y="43"/>
                    </a:cubicBezTo>
                    <a:cubicBezTo>
                      <a:pt x="534" y="42"/>
                      <a:pt x="534" y="42"/>
                      <a:pt x="534" y="42"/>
                    </a:cubicBezTo>
                    <a:moveTo>
                      <a:pt x="534" y="41"/>
                    </a:moveTo>
                    <a:cubicBezTo>
                      <a:pt x="534" y="41"/>
                      <a:pt x="534" y="41"/>
                      <a:pt x="534" y="42"/>
                    </a:cubicBezTo>
                    <a:cubicBezTo>
                      <a:pt x="534" y="41"/>
                      <a:pt x="534" y="41"/>
                      <a:pt x="534" y="41"/>
                    </a:cubicBezTo>
                    <a:moveTo>
                      <a:pt x="534" y="40"/>
                    </a:moveTo>
                    <a:cubicBezTo>
                      <a:pt x="534" y="40"/>
                      <a:pt x="534" y="40"/>
                      <a:pt x="534" y="40"/>
                    </a:cubicBezTo>
                    <a:cubicBezTo>
                      <a:pt x="534" y="40"/>
                      <a:pt x="534" y="40"/>
                      <a:pt x="534" y="40"/>
                    </a:cubicBezTo>
                    <a:moveTo>
                      <a:pt x="534" y="39"/>
                    </a:moveTo>
                    <a:cubicBezTo>
                      <a:pt x="534" y="39"/>
                      <a:pt x="534" y="39"/>
                      <a:pt x="534" y="39"/>
                    </a:cubicBezTo>
                    <a:cubicBezTo>
                      <a:pt x="534" y="39"/>
                      <a:pt x="534" y="39"/>
                      <a:pt x="534" y="39"/>
                    </a:cubicBezTo>
                    <a:moveTo>
                      <a:pt x="534" y="38"/>
                    </a:moveTo>
                    <a:cubicBezTo>
                      <a:pt x="534" y="38"/>
                      <a:pt x="534" y="38"/>
                      <a:pt x="534" y="38"/>
                    </a:cubicBezTo>
                    <a:cubicBezTo>
                      <a:pt x="534" y="38"/>
                      <a:pt x="534" y="38"/>
                      <a:pt x="534" y="38"/>
                    </a:cubicBezTo>
                    <a:moveTo>
                      <a:pt x="534" y="36"/>
                    </a:moveTo>
                    <a:cubicBezTo>
                      <a:pt x="534" y="37"/>
                      <a:pt x="534" y="37"/>
                      <a:pt x="534" y="37"/>
                    </a:cubicBezTo>
                    <a:cubicBezTo>
                      <a:pt x="534" y="37"/>
                      <a:pt x="534" y="37"/>
                      <a:pt x="534" y="36"/>
                    </a:cubicBezTo>
                    <a:moveTo>
                      <a:pt x="534" y="35"/>
                    </a:moveTo>
                    <a:cubicBezTo>
                      <a:pt x="534" y="36"/>
                      <a:pt x="534" y="36"/>
                      <a:pt x="534" y="36"/>
                    </a:cubicBezTo>
                    <a:cubicBezTo>
                      <a:pt x="534" y="36"/>
                      <a:pt x="534" y="36"/>
                      <a:pt x="534" y="35"/>
                    </a:cubicBezTo>
                    <a:moveTo>
                      <a:pt x="534" y="34"/>
                    </a:moveTo>
                    <a:cubicBezTo>
                      <a:pt x="534" y="34"/>
                      <a:pt x="534" y="35"/>
                      <a:pt x="534" y="35"/>
                    </a:cubicBezTo>
                    <a:cubicBezTo>
                      <a:pt x="534" y="35"/>
                      <a:pt x="534" y="34"/>
                      <a:pt x="534" y="34"/>
                    </a:cubicBezTo>
                    <a:moveTo>
                      <a:pt x="534" y="33"/>
                    </a:moveTo>
                    <a:cubicBezTo>
                      <a:pt x="534" y="33"/>
                      <a:pt x="534" y="33"/>
                      <a:pt x="534" y="34"/>
                    </a:cubicBezTo>
                    <a:cubicBezTo>
                      <a:pt x="534" y="33"/>
                      <a:pt x="534" y="33"/>
                      <a:pt x="534" y="33"/>
                    </a:cubicBezTo>
                    <a:moveTo>
                      <a:pt x="534" y="32"/>
                    </a:moveTo>
                    <a:cubicBezTo>
                      <a:pt x="534" y="32"/>
                      <a:pt x="534" y="32"/>
                      <a:pt x="534" y="33"/>
                    </a:cubicBezTo>
                    <a:cubicBezTo>
                      <a:pt x="534" y="32"/>
                      <a:pt x="534" y="32"/>
                      <a:pt x="534" y="32"/>
                    </a:cubicBezTo>
                    <a:moveTo>
                      <a:pt x="534" y="31"/>
                    </a:moveTo>
                    <a:cubicBezTo>
                      <a:pt x="534" y="31"/>
                      <a:pt x="534" y="31"/>
                      <a:pt x="534" y="32"/>
                    </a:cubicBezTo>
                    <a:cubicBezTo>
                      <a:pt x="534" y="31"/>
                      <a:pt x="534" y="31"/>
                      <a:pt x="534" y="31"/>
                    </a:cubicBezTo>
                    <a:moveTo>
                      <a:pt x="534" y="30"/>
                    </a:moveTo>
                    <a:cubicBezTo>
                      <a:pt x="534" y="30"/>
                      <a:pt x="534" y="30"/>
                      <a:pt x="534" y="31"/>
                    </a:cubicBezTo>
                    <a:cubicBezTo>
                      <a:pt x="534" y="30"/>
                      <a:pt x="534" y="30"/>
                      <a:pt x="534" y="30"/>
                    </a:cubicBezTo>
                    <a:moveTo>
                      <a:pt x="534" y="29"/>
                    </a:moveTo>
                    <a:cubicBezTo>
                      <a:pt x="534" y="29"/>
                      <a:pt x="534" y="29"/>
                      <a:pt x="534" y="29"/>
                    </a:cubicBezTo>
                    <a:cubicBezTo>
                      <a:pt x="534" y="29"/>
                      <a:pt x="534" y="29"/>
                      <a:pt x="534" y="29"/>
                    </a:cubicBezTo>
                    <a:moveTo>
                      <a:pt x="534" y="28"/>
                    </a:moveTo>
                    <a:cubicBezTo>
                      <a:pt x="534" y="28"/>
                      <a:pt x="534" y="28"/>
                      <a:pt x="534" y="28"/>
                    </a:cubicBezTo>
                    <a:cubicBezTo>
                      <a:pt x="534" y="28"/>
                      <a:pt x="534" y="28"/>
                      <a:pt x="534" y="28"/>
                    </a:cubicBezTo>
                    <a:moveTo>
                      <a:pt x="534" y="27"/>
                    </a:moveTo>
                    <a:cubicBezTo>
                      <a:pt x="534" y="27"/>
                      <a:pt x="534" y="27"/>
                      <a:pt x="534" y="27"/>
                    </a:cubicBezTo>
                    <a:cubicBezTo>
                      <a:pt x="534" y="27"/>
                      <a:pt x="534" y="27"/>
                      <a:pt x="534" y="27"/>
                    </a:cubicBezTo>
                    <a:moveTo>
                      <a:pt x="534" y="26"/>
                    </a:moveTo>
                    <a:cubicBezTo>
                      <a:pt x="534" y="26"/>
                      <a:pt x="534" y="26"/>
                      <a:pt x="534" y="26"/>
                    </a:cubicBezTo>
                    <a:cubicBezTo>
                      <a:pt x="534" y="26"/>
                      <a:pt x="534" y="26"/>
                      <a:pt x="534" y="26"/>
                    </a:cubicBezTo>
                    <a:moveTo>
                      <a:pt x="534" y="25"/>
                    </a:moveTo>
                    <a:cubicBezTo>
                      <a:pt x="534" y="25"/>
                      <a:pt x="534" y="25"/>
                      <a:pt x="534" y="25"/>
                    </a:cubicBezTo>
                    <a:cubicBezTo>
                      <a:pt x="534" y="25"/>
                      <a:pt x="534" y="25"/>
                      <a:pt x="534" y="25"/>
                    </a:cubicBezTo>
                    <a:moveTo>
                      <a:pt x="534" y="24"/>
                    </a:moveTo>
                    <a:cubicBezTo>
                      <a:pt x="534" y="24"/>
                      <a:pt x="534" y="24"/>
                      <a:pt x="534" y="24"/>
                    </a:cubicBezTo>
                    <a:cubicBezTo>
                      <a:pt x="534" y="24"/>
                      <a:pt x="534" y="24"/>
                      <a:pt x="534" y="24"/>
                    </a:cubicBezTo>
                    <a:moveTo>
                      <a:pt x="534" y="23"/>
                    </a:moveTo>
                    <a:cubicBezTo>
                      <a:pt x="534" y="23"/>
                      <a:pt x="534" y="23"/>
                      <a:pt x="534" y="23"/>
                    </a:cubicBezTo>
                    <a:cubicBezTo>
                      <a:pt x="534" y="23"/>
                      <a:pt x="534" y="23"/>
                      <a:pt x="534" y="23"/>
                    </a:cubicBezTo>
                    <a:moveTo>
                      <a:pt x="534" y="21"/>
                    </a:moveTo>
                    <a:cubicBezTo>
                      <a:pt x="534" y="21"/>
                      <a:pt x="534" y="21"/>
                      <a:pt x="534" y="22"/>
                    </a:cubicBezTo>
                    <a:cubicBezTo>
                      <a:pt x="534" y="21"/>
                      <a:pt x="534" y="21"/>
                      <a:pt x="534" y="21"/>
                    </a:cubicBezTo>
                    <a:moveTo>
                      <a:pt x="534" y="20"/>
                    </a:moveTo>
                    <a:cubicBezTo>
                      <a:pt x="534" y="20"/>
                      <a:pt x="534" y="20"/>
                      <a:pt x="534" y="21"/>
                    </a:cubicBezTo>
                    <a:cubicBezTo>
                      <a:pt x="534" y="20"/>
                      <a:pt x="534" y="20"/>
                      <a:pt x="534" y="20"/>
                    </a:cubicBezTo>
                    <a:moveTo>
                      <a:pt x="534" y="19"/>
                    </a:moveTo>
                    <a:cubicBezTo>
                      <a:pt x="534" y="19"/>
                      <a:pt x="534" y="19"/>
                      <a:pt x="534" y="20"/>
                    </a:cubicBezTo>
                    <a:cubicBezTo>
                      <a:pt x="534" y="19"/>
                      <a:pt x="534" y="19"/>
                      <a:pt x="534" y="19"/>
                    </a:cubicBezTo>
                    <a:moveTo>
                      <a:pt x="534" y="18"/>
                    </a:moveTo>
                    <a:cubicBezTo>
                      <a:pt x="534" y="18"/>
                      <a:pt x="534" y="18"/>
                      <a:pt x="534" y="19"/>
                    </a:cubicBezTo>
                    <a:cubicBezTo>
                      <a:pt x="534" y="18"/>
                      <a:pt x="534" y="18"/>
                      <a:pt x="534" y="18"/>
                    </a:cubicBezTo>
                    <a:moveTo>
                      <a:pt x="534" y="17"/>
                    </a:moveTo>
                    <a:cubicBezTo>
                      <a:pt x="534" y="17"/>
                      <a:pt x="534" y="17"/>
                      <a:pt x="534" y="18"/>
                    </a:cubicBezTo>
                    <a:cubicBezTo>
                      <a:pt x="534" y="17"/>
                      <a:pt x="534" y="17"/>
                      <a:pt x="534" y="17"/>
                    </a:cubicBezTo>
                    <a:moveTo>
                      <a:pt x="534" y="15"/>
                    </a:moveTo>
                    <a:cubicBezTo>
                      <a:pt x="534" y="15"/>
                      <a:pt x="534" y="15"/>
                      <a:pt x="534" y="15"/>
                    </a:cubicBezTo>
                    <a:cubicBezTo>
                      <a:pt x="534" y="15"/>
                      <a:pt x="534" y="15"/>
                      <a:pt x="534" y="15"/>
                    </a:cubicBezTo>
                    <a:moveTo>
                      <a:pt x="534" y="14"/>
                    </a:moveTo>
                    <a:cubicBezTo>
                      <a:pt x="534" y="14"/>
                      <a:pt x="534" y="14"/>
                      <a:pt x="534" y="14"/>
                    </a:cubicBezTo>
                    <a:cubicBezTo>
                      <a:pt x="534" y="14"/>
                      <a:pt x="534" y="14"/>
                      <a:pt x="534" y="14"/>
                    </a:cubicBezTo>
                    <a:moveTo>
                      <a:pt x="534" y="13"/>
                    </a:moveTo>
                    <a:cubicBezTo>
                      <a:pt x="534" y="13"/>
                      <a:pt x="534" y="13"/>
                      <a:pt x="534" y="13"/>
                    </a:cubicBezTo>
                    <a:cubicBezTo>
                      <a:pt x="534" y="13"/>
                      <a:pt x="534" y="13"/>
                      <a:pt x="534" y="13"/>
                    </a:cubicBezTo>
                    <a:moveTo>
                      <a:pt x="534" y="12"/>
                    </a:moveTo>
                    <a:cubicBezTo>
                      <a:pt x="534" y="12"/>
                      <a:pt x="534" y="12"/>
                      <a:pt x="534" y="12"/>
                    </a:cubicBezTo>
                    <a:cubicBezTo>
                      <a:pt x="534" y="12"/>
                      <a:pt x="534" y="12"/>
                      <a:pt x="534" y="12"/>
                    </a:cubicBezTo>
                    <a:moveTo>
                      <a:pt x="534" y="11"/>
                    </a:moveTo>
                    <a:cubicBezTo>
                      <a:pt x="534" y="11"/>
                      <a:pt x="534" y="11"/>
                      <a:pt x="534" y="11"/>
                    </a:cubicBezTo>
                    <a:cubicBezTo>
                      <a:pt x="534" y="11"/>
                      <a:pt x="534" y="11"/>
                      <a:pt x="534" y="11"/>
                    </a:cubicBezTo>
                    <a:moveTo>
                      <a:pt x="534" y="8"/>
                    </a:moveTo>
                    <a:cubicBezTo>
                      <a:pt x="534" y="8"/>
                      <a:pt x="534" y="8"/>
                      <a:pt x="534" y="8"/>
                    </a:cubicBezTo>
                    <a:cubicBezTo>
                      <a:pt x="534" y="8"/>
                      <a:pt x="534" y="8"/>
                      <a:pt x="534" y="8"/>
                    </a:cubicBezTo>
                    <a:moveTo>
                      <a:pt x="534" y="7"/>
                    </a:moveTo>
                    <a:cubicBezTo>
                      <a:pt x="534" y="7"/>
                      <a:pt x="534" y="8"/>
                      <a:pt x="534" y="8"/>
                    </a:cubicBezTo>
                    <a:cubicBezTo>
                      <a:pt x="534" y="8"/>
                      <a:pt x="534" y="7"/>
                      <a:pt x="534" y="7"/>
                    </a:cubicBezTo>
                    <a:moveTo>
                      <a:pt x="534" y="6"/>
                    </a:moveTo>
                    <a:cubicBezTo>
                      <a:pt x="534" y="6"/>
                      <a:pt x="534" y="7"/>
                      <a:pt x="534" y="7"/>
                    </a:cubicBezTo>
                    <a:cubicBezTo>
                      <a:pt x="534" y="7"/>
                      <a:pt x="534" y="7"/>
                      <a:pt x="534" y="6"/>
                    </a:cubicBezTo>
                    <a:moveTo>
                      <a:pt x="534" y="6"/>
                    </a:moveTo>
                    <a:cubicBezTo>
                      <a:pt x="534" y="6"/>
                      <a:pt x="534" y="6"/>
                      <a:pt x="534" y="6"/>
                    </a:cubicBezTo>
                    <a:cubicBezTo>
                      <a:pt x="534" y="6"/>
                      <a:pt x="534" y="6"/>
                      <a:pt x="534" y="6"/>
                    </a:cubicBezTo>
                    <a:moveTo>
                      <a:pt x="534" y="2"/>
                    </a:moveTo>
                    <a:cubicBezTo>
                      <a:pt x="534" y="2"/>
                      <a:pt x="534" y="2"/>
                      <a:pt x="534" y="2"/>
                    </a:cubicBezTo>
                    <a:cubicBezTo>
                      <a:pt x="534" y="2"/>
                      <a:pt x="534" y="2"/>
                      <a:pt x="534" y="2"/>
                    </a:cubicBezTo>
                    <a:moveTo>
                      <a:pt x="534" y="1"/>
                    </a:moveTo>
                    <a:cubicBezTo>
                      <a:pt x="534" y="1"/>
                      <a:pt x="534" y="1"/>
                      <a:pt x="534" y="1"/>
                    </a:cubicBezTo>
                    <a:cubicBezTo>
                      <a:pt x="534" y="1"/>
                      <a:pt x="534" y="1"/>
                      <a:pt x="534" y="1"/>
                    </a:cubicBezTo>
                    <a:moveTo>
                      <a:pt x="534" y="0"/>
                    </a:moveTo>
                    <a:cubicBezTo>
                      <a:pt x="534" y="0"/>
                      <a:pt x="534" y="0"/>
                      <a:pt x="534" y="0"/>
                    </a:cubicBezTo>
                    <a:cubicBezTo>
                      <a:pt x="534" y="0"/>
                      <a:pt x="534" y="0"/>
                      <a:pt x="534" y="0"/>
                    </a:cubicBezTo>
                  </a:path>
                </a:pathLst>
              </a:custGeom>
              <a:solidFill>
                <a:srgbClr val="FDC8D4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42"/>
              <p:cNvSpPr/>
              <p:nvPr/>
            </p:nvSpPr>
            <p:spPr>
              <a:xfrm>
                <a:off x="5323141" y="641310"/>
                <a:ext cx="931466" cy="1634964"/>
              </a:xfrm>
              <a:custGeom>
                <a:rect b="b" l="l" r="r" t="t"/>
                <a:pathLst>
                  <a:path extrusionOk="0" h="1061" w="605">
                    <a:moveTo>
                      <a:pt x="317" y="0"/>
                    </a:moveTo>
                    <a:cubicBezTo>
                      <a:pt x="415" y="91"/>
                      <a:pt x="487" y="246"/>
                      <a:pt x="477" y="483"/>
                    </a:cubicBezTo>
                    <a:cubicBezTo>
                      <a:pt x="461" y="829"/>
                      <a:pt x="223" y="980"/>
                      <a:pt x="48" y="980"/>
                    </a:cubicBezTo>
                    <a:cubicBezTo>
                      <a:pt x="32" y="980"/>
                      <a:pt x="15" y="979"/>
                      <a:pt x="0" y="976"/>
                    </a:cubicBezTo>
                    <a:cubicBezTo>
                      <a:pt x="17" y="1001"/>
                      <a:pt x="40" y="1023"/>
                      <a:pt x="71" y="1038"/>
                    </a:cubicBezTo>
                    <a:cubicBezTo>
                      <a:pt x="71" y="1038"/>
                      <a:pt x="71" y="1038"/>
                      <a:pt x="71" y="1038"/>
                    </a:cubicBezTo>
                    <a:cubicBezTo>
                      <a:pt x="71" y="1038"/>
                      <a:pt x="72" y="1038"/>
                      <a:pt x="72" y="1038"/>
                    </a:cubicBezTo>
                    <a:cubicBezTo>
                      <a:pt x="72" y="1038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2" y="1039"/>
                      <a:pt x="72" y="1039"/>
                      <a:pt x="72" y="1039"/>
                    </a:cubicBezTo>
                    <a:cubicBezTo>
                      <a:pt x="73" y="1039"/>
                      <a:pt x="73" y="1039"/>
                      <a:pt x="73" y="1039"/>
                    </a:cubicBezTo>
                    <a:cubicBezTo>
                      <a:pt x="73" y="1039"/>
                      <a:pt x="73" y="1039"/>
                      <a:pt x="73" y="1039"/>
                    </a:cubicBezTo>
                    <a:cubicBezTo>
                      <a:pt x="102" y="1053"/>
                      <a:pt x="137" y="1061"/>
                      <a:pt x="176" y="1061"/>
                    </a:cubicBezTo>
                    <a:cubicBezTo>
                      <a:pt x="350" y="1061"/>
                      <a:pt x="588" y="910"/>
                      <a:pt x="604" y="564"/>
                    </a:cubicBezTo>
                    <a:cubicBezTo>
                      <a:pt x="604" y="564"/>
                      <a:pt x="604" y="564"/>
                      <a:pt x="604" y="564"/>
                    </a:cubicBezTo>
                    <a:cubicBezTo>
                      <a:pt x="604" y="564"/>
                      <a:pt x="604" y="563"/>
                      <a:pt x="604" y="563"/>
                    </a:cubicBezTo>
                    <a:cubicBezTo>
                      <a:pt x="604" y="563"/>
                      <a:pt x="604" y="563"/>
                      <a:pt x="604" y="562"/>
                    </a:cubicBezTo>
                    <a:cubicBezTo>
                      <a:pt x="604" y="562"/>
                      <a:pt x="604" y="562"/>
                      <a:pt x="604" y="562"/>
                    </a:cubicBezTo>
                    <a:cubicBezTo>
                      <a:pt x="604" y="562"/>
                      <a:pt x="604" y="561"/>
                      <a:pt x="604" y="561"/>
                    </a:cubicBezTo>
                    <a:cubicBezTo>
                      <a:pt x="604" y="561"/>
                      <a:pt x="604" y="561"/>
                      <a:pt x="604" y="561"/>
                    </a:cubicBezTo>
                    <a:cubicBezTo>
                      <a:pt x="604" y="561"/>
                      <a:pt x="604" y="560"/>
                      <a:pt x="604" y="560"/>
                    </a:cubicBezTo>
                    <a:cubicBezTo>
                      <a:pt x="604" y="560"/>
                      <a:pt x="604" y="560"/>
                      <a:pt x="604" y="560"/>
                    </a:cubicBezTo>
                    <a:cubicBezTo>
                      <a:pt x="604" y="559"/>
                      <a:pt x="604" y="559"/>
                      <a:pt x="604" y="559"/>
                    </a:cubicBezTo>
                    <a:cubicBezTo>
                      <a:pt x="605" y="559"/>
                      <a:pt x="605" y="559"/>
                      <a:pt x="605" y="558"/>
                    </a:cubicBezTo>
                    <a:cubicBezTo>
                      <a:pt x="605" y="558"/>
                      <a:pt x="605" y="558"/>
                      <a:pt x="605" y="558"/>
                    </a:cubicBezTo>
                    <a:cubicBezTo>
                      <a:pt x="605" y="558"/>
                      <a:pt x="605" y="557"/>
                      <a:pt x="605" y="557"/>
                    </a:cubicBezTo>
                    <a:cubicBezTo>
                      <a:pt x="605" y="557"/>
                      <a:pt x="605" y="557"/>
                      <a:pt x="605" y="557"/>
                    </a:cubicBezTo>
                    <a:cubicBezTo>
                      <a:pt x="605" y="557"/>
                      <a:pt x="605" y="556"/>
                      <a:pt x="605" y="556"/>
                    </a:cubicBezTo>
                    <a:cubicBezTo>
                      <a:pt x="605" y="556"/>
                      <a:pt x="605" y="556"/>
                      <a:pt x="605" y="556"/>
                    </a:cubicBezTo>
                    <a:cubicBezTo>
                      <a:pt x="605" y="555"/>
                      <a:pt x="605" y="555"/>
                      <a:pt x="605" y="555"/>
                    </a:cubicBezTo>
                    <a:cubicBezTo>
                      <a:pt x="605" y="555"/>
                      <a:pt x="605" y="555"/>
                      <a:pt x="605" y="554"/>
                    </a:cubicBezTo>
                    <a:cubicBezTo>
                      <a:pt x="605" y="554"/>
                      <a:pt x="605" y="554"/>
                      <a:pt x="605" y="554"/>
                    </a:cubicBezTo>
                    <a:cubicBezTo>
                      <a:pt x="605" y="554"/>
                      <a:pt x="605" y="554"/>
                      <a:pt x="605" y="553"/>
                    </a:cubicBezTo>
                    <a:cubicBezTo>
                      <a:pt x="605" y="553"/>
                      <a:pt x="605" y="553"/>
                      <a:pt x="605" y="553"/>
                    </a:cubicBezTo>
                    <a:cubicBezTo>
                      <a:pt x="605" y="553"/>
                      <a:pt x="605" y="553"/>
                      <a:pt x="605" y="552"/>
                    </a:cubicBezTo>
                    <a:cubicBezTo>
                      <a:pt x="605" y="552"/>
                      <a:pt x="605" y="552"/>
                      <a:pt x="605" y="552"/>
                    </a:cubicBezTo>
                    <a:cubicBezTo>
                      <a:pt x="605" y="551"/>
                      <a:pt x="605" y="551"/>
                      <a:pt x="605" y="551"/>
                    </a:cubicBezTo>
                    <a:cubicBezTo>
                      <a:pt x="605" y="551"/>
                      <a:pt x="605" y="551"/>
                      <a:pt x="605" y="550"/>
                    </a:cubicBezTo>
                    <a:cubicBezTo>
                      <a:pt x="605" y="550"/>
                      <a:pt x="605" y="550"/>
                      <a:pt x="605" y="550"/>
                    </a:cubicBezTo>
                    <a:cubicBezTo>
                      <a:pt x="605" y="550"/>
                      <a:pt x="605" y="549"/>
                      <a:pt x="605" y="549"/>
                    </a:cubicBezTo>
                    <a:cubicBezTo>
                      <a:pt x="605" y="549"/>
                      <a:pt x="605" y="549"/>
                      <a:pt x="605" y="549"/>
                    </a:cubicBezTo>
                    <a:cubicBezTo>
                      <a:pt x="605" y="549"/>
                      <a:pt x="605" y="548"/>
                      <a:pt x="605" y="548"/>
                    </a:cubicBezTo>
                    <a:cubicBezTo>
                      <a:pt x="605" y="548"/>
                      <a:pt x="605" y="548"/>
                      <a:pt x="605" y="548"/>
                    </a:cubicBezTo>
                    <a:cubicBezTo>
                      <a:pt x="605" y="548"/>
                      <a:pt x="605" y="547"/>
                      <a:pt x="605" y="547"/>
                    </a:cubicBezTo>
                    <a:cubicBezTo>
                      <a:pt x="605" y="547"/>
                      <a:pt x="605" y="547"/>
                      <a:pt x="605" y="547"/>
                    </a:cubicBezTo>
                    <a:cubicBezTo>
                      <a:pt x="605" y="546"/>
                      <a:pt x="605" y="546"/>
                      <a:pt x="605" y="546"/>
                    </a:cubicBezTo>
                    <a:cubicBezTo>
                      <a:pt x="605" y="546"/>
                      <a:pt x="605" y="546"/>
                      <a:pt x="605" y="546"/>
                    </a:cubicBezTo>
                    <a:cubicBezTo>
                      <a:pt x="605" y="545"/>
                      <a:pt x="605" y="545"/>
                      <a:pt x="605" y="545"/>
                    </a:cubicBezTo>
                    <a:cubicBezTo>
                      <a:pt x="605" y="545"/>
                      <a:pt x="605" y="545"/>
                      <a:pt x="605" y="545"/>
                    </a:cubicBezTo>
                    <a:cubicBezTo>
                      <a:pt x="605" y="544"/>
                      <a:pt x="605" y="544"/>
                      <a:pt x="605" y="544"/>
                    </a:cubicBezTo>
                    <a:cubicBezTo>
                      <a:pt x="605" y="543"/>
                      <a:pt x="605" y="543"/>
                      <a:pt x="605" y="543"/>
                    </a:cubicBezTo>
                    <a:cubicBezTo>
                      <a:pt x="605" y="543"/>
                      <a:pt x="605" y="543"/>
                      <a:pt x="605" y="542"/>
                    </a:cubicBezTo>
                    <a:cubicBezTo>
                      <a:pt x="605" y="542"/>
                      <a:pt x="605" y="542"/>
                      <a:pt x="605" y="542"/>
                    </a:cubicBezTo>
                    <a:cubicBezTo>
                      <a:pt x="605" y="542"/>
                      <a:pt x="605" y="542"/>
                      <a:pt x="605" y="541"/>
                    </a:cubicBezTo>
                    <a:cubicBezTo>
                      <a:pt x="605" y="541"/>
                      <a:pt x="605" y="541"/>
                      <a:pt x="605" y="541"/>
                    </a:cubicBezTo>
                    <a:cubicBezTo>
                      <a:pt x="605" y="541"/>
                      <a:pt x="605" y="541"/>
                      <a:pt x="605" y="540"/>
                    </a:cubicBezTo>
                    <a:cubicBezTo>
                      <a:pt x="605" y="540"/>
                      <a:pt x="605" y="540"/>
                      <a:pt x="605" y="540"/>
                    </a:cubicBezTo>
                    <a:cubicBezTo>
                      <a:pt x="605" y="540"/>
                      <a:pt x="605" y="539"/>
                      <a:pt x="605" y="539"/>
                    </a:cubicBezTo>
                    <a:cubicBezTo>
                      <a:pt x="605" y="539"/>
                      <a:pt x="605" y="539"/>
                      <a:pt x="605" y="539"/>
                    </a:cubicBezTo>
                    <a:cubicBezTo>
                      <a:pt x="605" y="539"/>
                      <a:pt x="605" y="538"/>
                      <a:pt x="605" y="538"/>
                    </a:cubicBezTo>
                    <a:cubicBezTo>
                      <a:pt x="605" y="538"/>
                      <a:pt x="605" y="538"/>
                      <a:pt x="605" y="538"/>
                    </a:cubicBezTo>
                    <a:cubicBezTo>
                      <a:pt x="605" y="537"/>
                      <a:pt x="605" y="537"/>
                      <a:pt x="605" y="537"/>
                    </a:cubicBezTo>
                    <a:cubicBezTo>
                      <a:pt x="605" y="537"/>
                      <a:pt x="605" y="537"/>
                      <a:pt x="605" y="536"/>
                    </a:cubicBezTo>
                    <a:cubicBezTo>
                      <a:pt x="605" y="536"/>
                      <a:pt x="605" y="536"/>
                      <a:pt x="605" y="536"/>
                    </a:cubicBezTo>
                    <a:cubicBezTo>
                      <a:pt x="605" y="536"/>
                      <a:pt x="605" y="535"/>
                      <a:pt x="605" y="535"/>
                    </a:cubicBezTo>
                    <a:cubicBezTo>
                      <a:pt x="605" y="535"/>
                      <a:pt x="605" y="535"/>
                      <a:pt x="605" y="535"/>
                    </a:cubicBezTo>
                    <a:cubicBezTo>
                      <a:pt x="605" y="535"/>
                      <a:pt x="605" y="534"/>
                      <a:pt x="605" y="534"/>
                    </a:cubicBezTo>
                    <a:cubicBezTo>
                      <a:pt x="605" y="534"/>
                      <a:pt x="605" y="534"/>
                      <a:pt x="605" y="534"/>
                    </a:cubicBezTo>
                    <a:cubicBezTo>
                      <a:pt x="605" y="534"/>
                      <a:pt x="605" y="533"/>
                      <a:pt x="605" y="533"/>
                    </a:cubicBezTo>
                    <a:cubicBezTo>
                      <a:pt x="605" y="533"/>
                      <a:pt x="605" y="533"/>
                      <a:pt x="605" y="533"/>
                    </a:cubicBezTo>
                    <a:cubicBezTo>
                      <a:pt x="605" y="532"/>
                      <a:pt x="605" y="532"/>
                      <a:pt x="605" y="532"/>
                    </a:cubicBezTo>
                    <a:cubicBezTo>
                      <a:pt x="605" y="532"/>
                      <a:pt x="605" y="532"/>
                      <a:pt x="605" y="531"/>
                    </a:cubicBezTo>
                    <a:cubicBezTo>
                      <a:pt x="605" y="531"/>
                      <a:pt x="605" y="531"/>
                      <a:pt x="605" y="531"/>
                    </a:cubicBezTo>
                    <a:cubicBezTo>
                      <a:pt x="605" y="531"/>
                      <a:pt x="605" y="530"/>
                      <a:pt x="605" y="530"/>
                    </a:cubicBezTo>
                    <a:cubicBezTo>
                      <a:pt x="605" y="530"/>
                      <a:pt x="605" y="530"/>
                      <a:pt x="605" y="530"/>
                    </a:cubicBezTo>
                    <a:cubicBezTo>
                      <a:pt x="605" y="530"/>
                      <a:pt x="605" y="529"/>
                      <a:pt x="605" y="529"/>
                    </a:cubicBezTo>
                    <a:cubicBezTo>
                      <a:pt x="605" y="529"/>
                      <a:pt x="605" y="529"/>
                      <a:pt x="605" y="529"/>
                    </a:cubicBezTo>
                    <a:cubicBezTo>
                      <a:pt x="605" y="529"/>
                      <a:pt x="605" y="528"/>
                      <a:pt x="605" y="528"/>
                    </a:cubicBezTo>
                    <a:cubicBezTo>
                      <a:pt x="605" y="528"/>
                      <a:pt x="605" y="528"/>
                      <a:pt x="605" y="528"/>
                    </a:cubicBezTo>
                    <a:cubicBezTo>
                      <a:pt x="605" y="527"/>
                      <a:pt x="605" y="527"/>
                      <a:pt x="605" y="527"/>
                    </a:cubicBezTo>
                    <a:cubicBezTo>
                      <a:pt x="605" y="527"/>
                      <a:pt x="605" y="527"/>
                      <a:pt x="605" y="527"/>
                    </a:cubicBezTo>
                    <a:cubicBezTo>
                      <a:pt x="605" y="526"/>
                      <a:pt x="605" y="526"/>
                      <a:pt x="605" y="526"/>
                    </a:cubicBezTo>
                    <a:cubicBezTo>
                      <a:pt x="605" y="526"/>
                      <a:pt x="605" y="526"/>
                      <a:pt x="605" y="526"/>
                    </a:cubicBezTo>
                    <a:cubicBezTo>
                      <a:pt x="605" y="525"/>
                      <a:pt x="605" y="525"/>
                      <a:pt x="605" y="525"/>
                    </a:cubicBezTo>
                    <a:cubicBezTo>
                      <a:pt x="605" y="524"/>
                      <a:pt x="605" y="524"/>
                      <a:pt x="605" y="524"/>
                    </a:cubicBezTo>
                    <a:cubicBezTo>
                      <a:pt x="605" y="524"/>
                      <a:pt x="605" y="524"/>
                      <a:pt x="605" y="524"/>
                    </a:cubicBezTo>
                    <a:cubicBezTo>
                      <a:pt x="605" y="523"/>
                      <a:pt x="605" y="523"/>
                      <a:pt x="605" y="523"/>
                    </a:cubicBezTo>
                    <a:cubicBezTo>
                      <a:pt x="605" y="523"/>
                      <a:pt x="605" y="523"/>
                      <a:pt x="605" y="523"/>
                    </a:cubicBezTo>
                    <a:cubicBezTo>
                      <a:pt x="605" y="522"/>
                      <a:pt x="605" y="522"/>
                      <a:pt x="605" y="522"/>
                    </a:cubicBezTo>
                    <a:cubicBezTo>
                      <a:pt x="605" y="522"/>
                      <a:pt x="605" y="522"/>
                      <a:pt x="605" y="522"/>
                    </a:cubicBezTo>
                    <a:cubicBezTo>
                      <a:pt x="605" y="521"/>
                      <a:pt x="605" y="521"/>
                      <a:pt x="605" y="521"/>
                    </a:cubicBezTo>
                    <a:cubicBezTo>
                      <a:pt x="605" y="521"/>
                      <a:pt x="605" y="521"/>
                      <a:pt x="605" y="520"/>
                    </a:cubicBezTo>
                    <a:cubicBezTo>
                      <a:pt x="605" y="520"/>
                      <a:pt x="605" y="520"/>
                      <a:pt x="605" y="520"/>
                    </a:cubicBezTo>
                    <a:cubicBezTo>
                      <a:pt x="605" y="520"/>
                      <a:pt x="605" y="520"/>
                      <a:pt x="605" y="519"/>
                    </a:cubicBezTo>
                    <a:cubicBezTo>
                      <a:pt x="605" y="519"/>
                      <a:pt x="605" y="519"/>
                      <a:pt x="605" y="519"/>
                    </a:cubicBezTo>
                    <a:cubicBezTo>
                      <a:pt x="605" y="519"/>
                      <a:pt x="605" y="518"/>
                      <a:pt x="605" y="518"/>
                    </a:cubicBezTo>
                    <a:cubicBezTo>
                      <a:pt x="605" y="518"/>
                      <a:pt x="605" y="518"/>
                      <a:pt x="605" y="518"/>
                    </a:cubicBezTo>
                    <a:cubicBezTo>
                      <a:pt x="605" y="517"/>
                      <a:pt x="605" y="517"/>
                      <a:pt x="605" y="517"/>
                    </a:cubicBezTo>
                    <a:cubicBezTo>
                      <a:pt x="605" y="517"/>
                      <a:pt x="605" y="517"/>
                      <a:pt x="605" y="517"/>
                    </a:cubicBezTo>
                    <a:cubicBezTo>
                      <a:pt x="605" y="516"/>
                      <a:pt x="605" y="516"/>
                      <a:pt x="605" y="516"/>
                    </a:cubicBezTo>
                    <a:cubicBezTo>
                      <a:pt x="605" y="516"/>
                      <a:pt x="605" y="516"/>
                      <a:pt x="605" y="516"/>
                    </a:cubicBezTo>
                    <a:cubicBezTo>
                      <a:pt x="605" y="515"/>
                      <a:pt x="605" y="515"/>
                      <a:pt x="605" y="515"/>
                    </a:cubicBezTo>
                    <a:cubicBezTo>
                      <a:pt x="605" y="515"/>
                      <a:pt x="605" y="515"/>
                      <a:pt x="605" y="515"/>
                    </a:cubicBezTo>
                    <a:cubicBezTo>
                      <a:pt x="605" y="514"/>
                      <a:pt x="605" y="514"/>
                      <a:pt x="605" y="514"/>
                    </a:cubicBezTo>
                    <a:cubicBezTo>
                      <a:pt x="605" y="514"/>
                      <a:pt x="605" y="514"/>
                      <a:pt x="605" y="513"/>
                    </a:cubicBezTo>
                    <a:cubicBezTo>
                      <a:pt x="605" y="513"/>
                      <a:pt x="605" y="513"/>
                      <a:pt x="605" y="513"/>
                    </a:cubicBezTo>
                    <a:cubicBezTo>
                      <a:pt x="605" y="513"/>
                      <a:pt x="605" y="512"/>
                      <a:pt x="605" y="512"/>
                    </a:cubicBezTo>
                    <a:cubicBezTo>
                      <a:pt x="605" y="512"/>
                      <a:pt x="605" y="512"/>
                      <a:pt x="605" y="512"/>
                    </a:cubicBezTo>
                    <a:cubicBezTo>
                      <a:pt x="605" y="511"/>
                      <a:pt x="605" y="511"/>
                      <a:pt x="605" y="511"/>
                    </a:cubicBezTo>
                    <a:cubicBezTo>
                      <a:pt x="605" y="511"/>
                      <a:pt x="605" y="511"/>
                      <a:pt x="605" y="511"/>
                    </a:cubicBezTo>
                    <a:cubicBezTo>
                      <a:pt x="605" y="510"/>
                      <a:pt x="605" y="510"/>
                      <a:pt x="605" y="510"/>
                    </a:cubicBezTo>
                    <a:cubicBezTo>
                      <a:pt x="605" y="510"/>
                      <a:pt x="605" y="510"/>
                      <a:pt x="605" y="510"/>
                    </a:cubicBezTo>
                    <a:cubicBezTo>
                      <a:pt x="605" y="509"/>
                      <a:pt x="605" y="509"/>
                      <a:pt x="605" y="509"/>
                    </a:cubicBezTo>
                    <a:cubicBezTo>
                      <a:pt x="605" y="509"/>
                      <a:pt x="605" y="509"/>
                      <a:pt x="605" y="509"/>
                    </a:cubicBezTo>
                    <a:cubicBezTo>
                      <a:pt x="605" y="508"/>
                      <a:pt x="605" y="508"/>
                      <a:pt x="605" y="508"/>
                    </a:cubicBezTo>
                    <a:cubicBezTo>
                      <a:pt x="605" y="508"/>
                      <a:pt x="605" y="508"/>
                      <a:pt x="605" y="508"/>
                    </a:cubicBezTo>
                    <a:cubicBezTo>
                      <a:pt x="605" y="507"/>
                      <a:pt x="605" y="507"/>
                      <a:pt x="605" y="507"/>
                    </a:cubicBezTo>
                    <a:cubicBezTo>
                      <a:pt x="605" y="507"/>
                      <a:pt x="605" y="507"/>
                      <a:pt x="605" y="507"/>
                    </a:cubicBezTo>
                    <a:cubicBezTo>
                      <a:pt x="605" y="506"/>
                      <a:pt x="605" y="506"/>
                      <a:pt x="605" y="506"/>
                    </a:cubicBezTo>
                    <a:cubicBezTo>
                      <a:pt x="605" y="505"/>
                      <a:pt x="605" y="505"/>
                      <a:pt x="605" y="505"/>
                    </a:cubicBezTo>
                    <a:cubicBezTo>
                      <a:pt x="605" y="505"/>
                      <a:pt x="605" y="505"/>
                      <a:pt x="605" y="505"/>
                    </a:cubicBezTo>
                    <a:cubicBezTo>
                      <a:pt x="605" y="504"/>
                      <a:pt x="605" y="504"/>
                      <a:pt x="605" y="504"/>
                    </a:cubicBezTo>
                    <a:cubicBezTo>
                      <a:pt x="605" y="504"/>
                      <a:pt x="605" y="504"/>
                      <a:pt x="605" y="504"/>
                    </a:cubicBezTo>
                    <a:cubicBezTo>
                      <a:pt x="605" y="503"/>
                      <a:pt x="605" y="503"/>
                      <a:pt x="605" y="503"/>
                    </a:cubicBezTo>
                    <a:cubicBezTo>
                      <a:pt x="605" y="503"/>
                      <a:pt x="605" y="503"/>
                      <a:pt x="605" y="503"/>
                    </a:cubicBezTo>
                    <a:cubicBezTo>
                      <a:pt x="605" y="502"/>
                      <a:pt x="605" y="502"/>
                      <a:pt x="605" y="502"/>
                    </a:cubicBezTo>
                    <a:cubicBezTo>
                      <a:pt x="605" y="502"/>
                      <a:pt x="605" y="502"/>
                      <a:pt x="605" y="502"/>
                    </a:cubicBezTo>
                    <a:cubicBezTo>
                      <a:pt x="605" y="501"/>
                      <a:pt x="605" y="501"/>
                      <a:pt x="605" y="501"/>
                    </a:cubicBezTo>
                    <a:cubicBezTo>
                      <a:pt x="605" y="500"/>
                      <a:pt x="605" y="500"/>
                      <a:pt x="605" y="499"/>
                    </a:cubicBezTo>
                    <a:cubicBezTo>
                      <a:pt x="605" y="499"/>
                      <a:pt x="605" y="499"/>
                      <a:pt x="605" y="499"/>
                    </a:cubicBezTo>
                    <a:cubicBezTo>
                      <a:pt x="605" y="498"/>
                      <a:pt x="605" y="498"/>
                      <a:pt x="605" y="498"/>
                    </a:cubicBezTo>
                    <a:cubicBezTo>
                      <a:pt x="605" y="498"/>
                      <a:pt x="605" y="498"/>
                      <a:pt x="605" y="498"/>
                    </a:cubicBezTo>
                    <a:cubicBezTo>
                      <a:pt x="605" y="497"/>
                      <a:pt x="605" y="497"/>
                      <a:pt x="605" y="497"/>
                    </a:cubicBezTo>
                    <a:cubicBezTo>
                      <a:pt x="605" y="497"/>
                      <a:pt x="605" y="497"/>
                      <a:pt x="605" y="497"/>
                    </a:cubicBezTo>
                    <a:cubicBezTo>
                      <a:pt x="605" y="497"/>
                      <a:pt x="605" y="496"/>
                      <a:pt x="605" y="496"/>
                    </a:cubicBezTo>
                    <a:cubicBezTo>
                      <a:pt x="605" y="496"/>
                      <a:pt x="605" y="496"/>
                      <a:pt x="605" y="496"/>
                    </a:cubicBezTo>
                    <a:cubicBezTo>
                      <a:pt x="605" y="496"/>
                      <a:pt x="605" y="495"/>
                      <a:pt x="605" y="495"/>
                    </a:cubicBezTo>
                    <a:cubicBezTo>
                      <a:pt x="605" y="495"/>
                      <a:pt x="605" y="495"/>
                      <a:pt x="605" y="495"/>
                    </a:cubicBezTo>
                    <a:cubicBezTo>
                      <a:pt x="605" y="494"/>
                      <a:pt x="605" y="493"/>
                      <a:pt x="605" y="492"/>
                    </a:cubicBezTo>
                    <a:cubicBezTo>
                      <a:pt x="605" y="492"/>
                      <a:pt x="605" y="492"/>
                      <a:pt x="605" y="492"/>
                    </a:cubicBezTo>
                    <a:cubicBezTo>
                      <a:pt x="605" y="492"/>
                      <a:pt x="605" y="492"/>
                      <a:pt x="605" y="492"/>
                    </a:cubicBezTo>
                    <a:cubicBezTo>
                      <a:pt x="605" y="492"/>
                      <a:pt x="605" y="491"/>
                      <a:pt x="605" y="491"/>
                    </a:cubicBezTo>
                    <a:cubicBezTo>
                      <a:pt x="605" y="491"/>
                      <a:pt x="605" y="491"/>
                      <a:pt x="605" y="491"/>
                    </a:cubicBezTo>
                    <a:cubicBezTo>
                      <a:pt x="605" y="491"/>
                      <a:pt x="605" y="490"/>
                      <a:pt x="605" y="490"/>
                    </a:cubicBezTo>
                    <a:cubicBezTo>
                      <a:pt x="605" y="490"/>
                      <a:pt x="605" y="490"/>
                      <a:pt x="605" y="490"/>
                    </a:cubicBezTo>
                    <a:cubicBezTo>
                      <a:pt x="605" y="490"/>
                      <a:pt x="605" y="490"/>
                      <a:pt x="605" y="490"/>
                    </a:cubicBezTo>
                    <a:cubicBezTo>
                      <a:pt x="605" y="488"/>
                      <a:pt x="605" y="487"/>
                      <a:pt x="605" y="486"/>
                    </a:cubicBezTo>
                    <a:cubicBezTo>
                      <a:pt x="605" y="486"/>
                      <a:pt x="605" y="486"/>
                      <a:pt x="605" y="486"/>
                    </a:cubicBezTo>
                    <a:cubicBezTo>
                      <a:pt x="605" y="486"/>
                      <a:pt x="605" y="486"/>
                      <a:pt x="605" y="485"/>
                    </a:cubicBezTo>
                    <a:cubicBezTo>
                      <a:pt x="605" y="485"/>
                      <a:pt x="605" y="485"/>
                      <a:pt x="605" y="485"/>
                    </a:cubicBezTo>
                    <a:cubicBezTo>
                      <a:pt x="605" y="485"/>
                      <a:pt x="605" y="485"/>
                      <a:pt x="605" y="484"/>
                    </a:cubicBezTo>
                    <a:cubicBezTo>
                      <a:pt x="605" y="484"/>
                      <a:pt x="605" y="484"/>
                      <a:pt x="605" y="484"/>
                    </a:cubicBezTo>
                    <a:cubicBezTo>
                      <a:pt x="595" y="203"/>
                      <a:pt x="458" y="54"/>
                      <a:pt x="317" y="0"/>
                    </a:cubicBezTo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42"/>
              <p:cNvSpPr/>
              <p:nvPr/>
            </p:nvSpPr>
            <p:spPr>
              <a:xfrm>
                <a:off x="5302974" y="680387"/>
                <a:ext cx="379392" cy="378173"/>
              </a:xfrm>
              <a:custGeom>
                <a:rect b="b" l="l" r="r" t="t"/>
                <a:pathLst>
                  <a:path extrusionOk="0" h="245" w="246">
                    <a:moveTo>
                      <a:pt x="148" y="0"/>
                    </a:moveTo>
                    <a:cubicBezTo>
                      <a:pt x="106" y="0"/>
                      <a:pt x="62" y="26"/>
                      <a:pt x="36" y="71"/>
                    </a:cubicBezTo>
                    <a:cubicBezTo>
                      <a:pt x="0" y="133"/>
                      <a:pt x="13" y="207"/>
                      <a:pt x="65" y="237"/>
                    </a:cubicBezTo>
                    <a:cubicBezTo>
                      <a:pt x="74" y="243"/>
                      <a:pt x="83" y="245"/>
                      <a:pt x="90" y="245"/>
                    </a:cubicBezTo>
                    <a:cubicBezTo>
                      <a:pt x="122" y="245"/>
                      <a:pt x="136" y="196"/>
                      <a:pt x="165" y="146"/>
                    </a:cubicBezTo>
                    <a:cubicBezTo>
                      <a:pt x="201" y="84"/>
                      <a:pt x="246" y="42"/>
                      <a:pt x="195" y="12"/>
                    </a:cubicBezTo>
                    <a:cubicBezTo>
                      <a:pt x="180" y="4"/>
                      <a:pt x="164" y="0"/>
                      <a:pt x="148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42"/>
              <p:cNvSpPr/>
              <p:nvPr/>
            </p:nvSpPr>
            <p:spPr>
              <a:xfrm>
                <a:off x="5364736" y="1253949"/>
                <a:ext cx="313850" cy="398341"/>
              </a:xfrm>
              <a:custGeom>
                <a:rect b="b" l="l" r="r" t="t"/>
                <a:pathLst>
                  <a:path extrusionOk="0" h="258" w="204">
                    <a:moveTo>
                      <a:pt x="96" y="0"/>
                    </a:moveTo>
                    <a:cubicBezTo>
                      <a:pt x="52" y="0"/>
                      <a:pt x="56" y="56"/>
                      <a:pt x="43" y="121"/>
                    </a:cubicBezTo>
                    <a:cubicBezTo>
                      <a:pt x="29" y="191"/>
                      <a:pt x="0" y="245"/>
                      <a:pt x="59" y="256"/>
                    </a:cubicBezTo>
                    <a:cubicBezTo>
                      <a:pt x="65" y="258"/>
                      <a:pt x="71" y="258"/>
                      <a:pt x="77" y="258"/>
                    </a:cubicBezTo>
                    <a:cubicBezTo>
                      <a:pt x="129" y="258"/>
                      <a:pt x="178" y="213"/>
                      <a:pt x="190" y="150"/>
                    </a:cubicBezTo>
                    <a:cubicBezTo>
                      <a:pt x="204" y="80"/>
                      <a:pt x="168" y="13"/>
                      <a:pt x="109" y="2"/>
                    </a:cubicBezTo>
                    <a:cubicBezTo>
                      <a:pt x="104" y="1"/>
                      <a:pt x="100" y="0"/>
                      <a:pt x="96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42"/>
              <p:cNvSpPr/>
              <p:nvPr/>
            </p:nvSpPr>
            <p:spPr>
              <a:xfrm>
                <a:off x="5284068" y="1813644"/>
                <a:ext cx="163857" cy="271024"/>
              </a:xfrm>
              <a:custGeom>
                <a:rect b="b" l="l" r="r" t="t"/>
                <a:pathLst>
                  <a:path extrusionOk="0" h="176" w="106">
                    <a:moveTo>
                      <a:pt x="45" y="0"/>
                    </a:moveTo>
                    <a:cubicBezTo>
                      <a:pt x="44" y="0"/>
                      <a:pt x="42" y="1"/>
                      <a:pt x="40" y="1"/>
                    </a:cubicBezTo>
                    <a:cubicBezTo>
                      <a:pt x="13" y="7"/>
                      <a:pt x="0" y="51"/>
                      <a:pt x="10" y="99"/>
                    </a:cubicBezTo>
                    <a:cubicBezTo>
                      <a:pt x="20" y="143"/>
                      <a:pt x="47" y="176"/>
                      <a:pt x="73" y="176"/>
                    </a:cubicBezTo>
                    <a:cubicBezTo>
                      <a:pt x="75" y="176"/>
                      <a:pt x="77" y="175"/>
                      <a:pt x="79" y="175"/>
                    </a:cubicBezTo>
                    <a:cubicBezTo>
                      <a:pt x="106" y="169"/>
                      <a:pt x="89" y="132"/>
                      <a:pt x="78" y="84"/>
                    </a:cubicBezTo>
                    <a:cubicBezTo>
                      <a:pt x="68" y="39"/>
                      <a:pt x="67" y="0"/>
                      <a:pt x="45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74" name="Google Shape;874;p42"/>
              <p:cNvGrpSpPr/>
              <p:nvPr/>
            </p:nvGrpSpPr>
            <p:grpSpPr>
              <a:xfrm>
                <a:off x="3474451" y="608769"/>
                <a:ext cx="1469183" cy="1985047"/>
                <a:chOff x="2478051" y="2893856"/>
                <a:chExt cx="1469183" cy="1985047"/>
              </a:xfrm>
            </p:grpSpPr>
            <p:sp>
              <p:nvSpPr>
                <p:cNvPr id="875" name="Google Shape;875;p42"/>
                <p:cNvSpPr/>
                <p:nvPr/>
              </p:nvSpPr>
              <p:spPr>
                <a:xfrm>
                  <a:off x="3751831" y="4858734"/>
                  <a:ext cx="0" cy="20169"/>
                </a:xfrm>
                <a:custGeom>
                  <a:rect b="b" l="l" r="r" t="t"/>
                  <a:pathLst>
                    <a:path extrusionOk="0" h="13" w="120000">
                      <a:moveTo>
                        <a:pt x="0" y="13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6"/>
                        <a:pt x="0" y="9"/>
                      </a:cubicBezTo>
                      <a:cubicBezTo>
                        <a:pt x="0" y="7"/>
                        <a:pt x="0" y="4"/>
                        <a:pt x="0" y="0"/>
                      </a:cubicBezTo>
                    </a:path>
                  </a:pathLst>
                </a:custGeom>
                <a:solidFill>
                  <a:srgbClr val="FDC8D4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42"/>
                <p:cNvSpPr/>
                <p:nvPr/>
              </p:nvSpPr>
              <p:spPr>
                <a:xfrm>
                  <a:off x="2478051" y="3368926"/>
                  <a:ext cx="437600" cy="719550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42"/>
                <p:cNvSpPr/>
                <p:nvPr/>
              </p:nvSpPr>
              <p:spPr>
                <a:xfrm>
                  <a:off x="3400203" y="3522882"/>
                  <a:ext cx="518041" cy="327749"/>
                </a:xfrm>
                <a:custGeom>
                  <a:rect b="b" l="l" r="r" t="t"/>
                  <a:pathLst>
                    <a:path extrusionOk="0" h="212" w="336">
                      <a:moveTo>
                        <a:pt x="42" y="0"/>
                      </a:moveTo>
                      <a:cubicBezTo>
                        <a:pt x="42" y="0"/>
                        <a:pt x="150" y="105"/>
                        <a:pt x="316" y="46"/>
                      </a:cubicBezTo>
                      <a:cubicBezTo>
                        <a:pt x="336" y="98"/>
                        <a:pt x="336" y="98"/>
                        <a:pt x="336" y="98"/>
                      </a:cubicBezTo>
                      <a:cubicBezTo>
                        <a:pt x="336" y="98"/>
                        <a:pt x="195" y="212"/>
                        <a:pt x="25" y="136"/>
                      </a:cubicBezTo>
                      <a:cubicBezTo>
                        <a:pt x="25" y="136"/>
                        <a:pt x="0" y="68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878;p42"/>
                <p:cNvSpPr/>
                <p:nvPr/>
              </p:nvSpPr>
              <p:spPr>
                <a:xfrm>
                  <a:off x="3430454" y="3646418"/>
                  <a:ext cx="487790" cy="204213"/>
                </a:xfrm>
                <a:custGeom>
                  <a:rect b="b" l="l" r="r" t="t"/>
                  <a:pathLst>
                    <a:path extrusionOk="0" h="132" w="317">
                      <a:moveTo>
                        <a:pt x="310" y="0"/>
                      </a:moveTo>
                      <a:cubicBezTo>
                        <a:pt x="317" y="18"/>
                        <a:pt x="317" y="18"/>
                        <a:pt x="317" y="18"/>
                      </a:cubicBezTo>
                      <a:cubicBezTo>
                        <a:pt x="317" y="18"/>
                        <a:pt x="176" y="132"/>
                        <a:pt x="6" y="56"/>
                      </a:cubicBezTo>
                      <a:cubicBezTo>
                        <a:pt x="6" y="56"/>
                        <a:pt x="2" y="47"/>
                        <a:pt x="0" y="31"/>
                      </a:cubicBezTo>
                      <a:cubicBezTo>
                        <a:pt x="135" y="79"/>
                        <a:pt x="252" y="33"/>
                        <a:pt x="31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42"/>
                <p:cNvSpPr/>
                <p:nvPr/>
              </p:nvSpPr>
              <p:spPr>
                <a:xfrm>
                  <a:off x="3430454" y="3432121"/>
                  <a:ext cx="349142" cy="236988"/>
                </a:xfrm>
                <a:custGeom>
                  <a:rect b="b" l="l" r="r" t="t"/>
                  <a:pathLst>
                    <a:path extrusionOk="0" h="154" w="227">
                      <a:moveTo>
                        <a:pt x="3" y="50"/>
                      </a:moveTo>
                      <a:cubicBezTo>
                        <a:pt x="3" y="50"/>
                        <a:pt x="110" y="92"/>
                        <a:pt x="196" y="0"/>
                      </a:cubicBezTo>
                      <a:cubicBezTo>
                        <a:pt x="227" y="31"/>
                        <a:pt x="227" y="31"/>
                        <a:pt x="227" y="31"/>
                      </a:cubicBezTo>
                      <a:cubicBezTo>
                        <a:pt x="227" y="31"/>
                        <a:pt x="178" y="154"/>
                        <a:pt x="40" y="152"/>
                      </a:cubicBezTo>
                      <a:cubicBezTo>
                        <a:pt x="40" y="152"/>
                        <a:pt x="0" y="111"/>
                        <a:pt x="3" y="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880;p42"/>
                <p:cNvSpPr/>
                <p:nvPr/>
              </p:nvSpPr>
              <p:spPr>
                <a:xfrm>
                  <a:off x="3473309" y="3463636"/>
                  <a:ext cx="306287" cy="205474"/>
                </a:xfrm>
                <a:custGeom>
                  <a:rect b="b" l="l" r="r" t="t"/>
                  <a:pathLst>
                    <a:path extrusionOk="0" h="134" w="199">
                      <a:moveTo>
                        <a:pt x="189" y="0"/>
                      </a:moveTo>
                      <a:cubicBezTo>
                        <a:pt x="199" y="11"/>
                        <a:pt x="199" y="11"/>
                        <a:pt x="199" y="11"/>
                      </a:cubicBezTo>
                      <a:cubicBezTo>
                        <a:pt x="199" y="11"/>
                        <a:pt x="150" y="134"/>
                        <a:pt x="12" y="132"/>
                      </a:cubicBezTo>
                      <a:cubicBezTo>
                        <a:pt x="12" y="132"/>
                        <a:pt x="7" y="126"/>
                        <a:pt x="0" y="115"/>
                      </a:cubicBezTo>
                      <a:cubicBezTo>
                        <a:pt x="104" y="109"/>
                        <a:pt x="163" y="41"/>
                        <a:pt x="189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6250"/>
                  </a:srgbClr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42"/>
                <p:cNvSpPr/>
                <p:nvPr/>
              </p:nvSpPr>
              <p:spPr>
                <a:xfrm>
                  <a:off x="2706961" y="2893856"/>
                  <a:ext cx="1002050" cy="1690429"/>
                </a:xfrm>
                <a:custGeom>
                  <a:rect b="b" l="l" r="r" t="t"/>
                  <a:pathLst>
                    <a:path extrusionOk="0" h="1096" w="650">
                      <a:moveTo>
                        <a:pt x="352" y="17"/>
                      </a:moveTo>
                      <a:cubicBezTo>
                        <a:pt x="467" y="0"/>
                        <a:pt x="561" y="61"/>
                        <a:pt x="595" y="151"/>
                      </a:cubicBezTo>
                      <a:cubicBezTo>
                        <a:pt x="623" y="225"/>
                        <a:pt x="577" y="342"/>
                        <a:pt x="547" y="407"/>
                      </a:cubicBezTo>
                      <a:cubicBezTo>
                        <a:pt x="517" y="472"/>
                        <a:pt x="524" y="545"/>
                        <a:pt x="566" y="634"/>
                      </a:cubicBezTo>
                      <a:cubicBezTo>
                        <a:pt x="608" y="724"/>
                        <a:pt x="650" y="946"/>
                        <a:pt x="503" y="1021"/>
                      </a:cubicBezTo>
                      <a:cubicBezTo>
                        <a:pt x="355" y="1096"/>
                        <a:pt x="34" y="971"/>
                        <a:pt x="17" y="571"/>
                      </a:cubicBezTo>
                      <a:cubicBezTo>
                        <a:pt x="0" y="201"/>
                        <a:pt x="190" y="41"/>
                        <a:pt x="352" y="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882;p42"/>
                <p:cNvSpPr/>
                <p:nvPr/>
              </p:nvSpPr>
              <p:spPr>
                <a:xfrm>
                  <a:off x="2778807" y="2954364"/>
                  <a:ext cx="850797" cy="1549248"/>
                </a:xfrm>
                <a:custGeom>
                  <a:rect b="b" l="l" r="r" t="t"/>
                  <a:pathLst>
                    <a:path extrusionOk="0" h="1005" w="553">
                      <a:moveTo>
                        <a:pt x="300" y="16"/>
                      </a:moveTo>
                      <a:cubicBezTo>
                        <a:pt x="398" y="0"/>
                        <a:pt x="478" y="56"/>
                        <a:pt x="507" y="139"/>
                      </a:cubicBezTo>
                      <a:cubicBezTo>
                        <a:pt x="530" y="206"/>
                        <a:pt x="492" y="313"/>
                        <a:pt x="466" y="373"/>
                      </a:cubicBezTo>
                      <a:cubicBezTo>
                        <a:pt x="440" y="433"/>
                        <a:pt x="446" y="499"/>
                        <a:pt x="482" y="581"/>
                      </a:cubicBezTo>
                      <a:cubicBezTo>
                        <a:pt x="518" y="663"/>
                        <a:pt x="553" y="867"/>
                        <a:pt x="428" y="936"/>
                      </a:cubicBezTo>
                      <a:cubicBezTo>
                        <a:pt x="303" y="1005"/>
                        <a:pt x="29" y="890"/>
                        <a:pt x="14" y="524"/>
                      </a:cubicBezTo>
                      <a:cubicBezTo>
                        <a:pt x="0" y="185"/>
                        <a:pt x="162" y="38"/>
                        <a:pt x="300" y="1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883;p42"/>
                <p:cNvSpPr/>
                <p:nvPr/>
              </p:nvSpPr>
              <p:spPr>
                <a:xfrm>
                  <a:off x="2998123" y="3265725"/>
                  <a:ext cx="942809" cy="1526555"/>
                </a:xfrm>
                <a:custGeom>
                  <a:rect b="b" l="l" r="r" t="t"/>
                  <a:pathLst>
                    <a:path extrusionOk="0" h="990" w="612">
                      <a:moveTo>
                        <a:pt x="0" y="234"/>
                      </a:moveTo>
                      <a:cubicBezTo>
                        <a:pt x="0" y="194"/>
                        <a:pt x="0" y="194"/>
                        <a:pt x="0" y="194"/>
                      </a:cubicBezTo>
                      <a:cubicBezTo>
                        <a:pt x="0" y="194"/>
                        <a:pt x="84" y="200"/>
                        <a:pt x="94" y="174"/>
                      </a:cubicBezTo>
                      <a:cubicBezTo>
                        <a:pt x="103" y="149"/>
                        <a:pt x="32" y="108"/>
                        <a:pt x="32" y="108"/>
                      </a:cubicBezTo>
                      <a:cubicBezTo>
                        <a:pt x="58" y="74"/>
                        <a:pt x="58" y="74"/>
                        <a:pt x="58" y="74"/>
                      </a:cubicBezTo>
                      <a:cubicBezTo>
                        <a:pt x="58" y="74"/>
                        <a:pt x="117" y="127"/>
                        <a:pt x="140" y="108"/>
                      </a:cubicBezTo>
                      <a:cubicBezTo>
                        <a:pt x="164" y="88"/>
                        <a:pt x="140" y="18"/>
                        <a:pt x="140" y="18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82" y="13"/>
                        <a:pt x="205" y="65"/>
                        <a:pt x="224" y="64"/>
                      </a:cubicBezTo>
                      <a:cubicBezTo>
                        <a:pt x="243" y="62"/>
                        <a:pt x="263" y="0"/>
                        <a:pt x="263" y="0"/>
                      </a:cubicBezTo>
                      <a:cubicBezTo>
                        <a:pt x="301" y="8"/>
                        <a:pt x="301" y="8"/>
                        <a:pt x="301" y="8"/>
                      </a:cubicBezTo>
                      <a:cubicBezTo>
                        <a:pt x="296" y="73"/>
                        <a:pt x="258" y="120"/>
                        <a:pt x="251" y="194"/>
                      </a:cubicBezTo>
                      <a:cubicBezTo>
                        <a:pt x="243" y="268"/>
                        <a:pt x="301" y="288"/>
                        <a:pt x="301" y="288"/>
                      </a:cubicBezTo>
                      <a:cubicBezTo>
                        <a:pt x="301" y="288"/>
                        <a:pt x="463" y="293"/>
                        <a:pt x="537" y="411"/>
                      </a:cubicBezTo>
                      <a:cubicBezTo>
                        <a:pt x="612" y="530"/>
                        <a:pt x="591" y="990"/>
                        <a:pt x="591" y="990"/>
                      </a:cubicBezTo>
                      <a:cubicBezTo>
                        <a:pt x="535" y="990"/>
                        <a:pt x="535" y="990"/>
                        <a:pt x="535" y="990"/>
                      </a:cubicBezTo>
                      <a:cubicBezTo>
                        <a:pt x="535" y="990"/>
                        <a:pt x="571" y="550"/>
                        <a:pt x="484" y="436"/>
                      </a:cubicBezTo>
                      <a:cubicBezTo>
                        <a:pt x="406" y="335"/>
                        <a:pt x="279" y="331"/>
                        <a:pt x="279" y="331"/>
                      </a:cubicBezTo>
                      <a:cubicBezTo>
                        <a:pt x="232" y="345"/>
                        <a:pt x="300" y="415"/>
                        <a:pt x="320" y="496"/>
                      </a:cubicBezTo>
                      <a:cubicBezTo>
                        <a:pt x="341" y="577"/>
                        <a:pt x="289" y="663"/>
                        <a:pt x="289" y="663"/>
                      </a:cubicBezTo>
                      <a:cubicBezTo>
                        <a:pt x="256" y="646"/>
                        <a:pt x="256" y="646"/>
                        <a:pt x="256" y="646"/>
                      </a:cubicBezTo>
                      <a:cubicBezTo>
                        <a:pt x="261" y="626"/>
                        <a:pt x="284" y="547"/>
                        <a:pt x="256" y="538"/>
                      </a:cubicBezTo>
                      <a:cubicBezTo>
                        <a:pt x="229" y="529"/>
                        <a:pt x="158" y="590"/>
                        <a:pt x="158" y="590"/>
                      </a:cubicBezTo>
                      <a:cubicBezTo>
                        <a:pt x="129" y="557"/>
                        <a:pt x="129" y="557"/>
                        <a:pt x="129" y="557"/>
                      </a:cubicBezTo>
                      <a:cubicBezTo>
                        <a:pt x="149" y="541"/>
                        <a:pt x="210" y="480"/>
                        <a:pt x="187" y="460"/>
                      </a:cubicBezTo>
                      <a:cubicBezTo>
                        <a:pt x="164" y="440"/>
                        <a:pt x="75" y="489"/>
                        <a:pt x="75" y="489"/>
                      </a:cubicBezTo>
                      <a:cubicBezTo>
                        <a:pt x="55" y="456"/>
                        <a:pt x="55" y="456"/>
                        <a:pt x="55" y="456"/>
                      </a:cubicBezTo>
                      <a:cubicBezTo>
                        <a:pt x="55" y="456"/>
                        <a:pt x="116" y="428"/>
                        <a:pt x="110" y="386"/>
                      </a:cubicBezTo>
                      <a:cubicBezTo>
                        <a:pt x="104" y="344"/>
                        <a:pt x="13" y="363"/>
                        <a:pt x="13" y="363"/>
                      </a:cubicBezTo>
                      <a:cubicBezTo>
                        <a:pt x="0" y="321"/>
                        <a:pt x="0" y="321"/>
                        <a:pt x="0" y="321"/>
                      </a:cubicBezTo>
                      <a:cubicBezTo>
                        <a:pt x="0" y="321"/>
                        <a:pt x="96" y="292"/>
                        <a:pt x="94" y="268"/>
                      </a:cubicBezTo>
                      <a:cubicBezTo>
                        <a:pt x="92" y="244"/>
                        <a:pt x="0" y="234"/>
                        <a:pt x="0" y="234"/>
                      </a:cubicBezTo>
                      <a:close/>
                    </a:path>
                  </a:pathLst>
                </a:custGeom>
                <a:solidFill>
                  <a:srgbClr val="FFB47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884;p42"/>
                <p:cNvSpPr/>
                <p:nvPr/>
              </p:nvSpPr>
              <p:spPr>
                <a:xfrm>
                  <a:off x="2990561" y="3256901"/>
                  <a:ext cx="956674" cy="1542941"/>
                </a:xfrm>
                <a:custGeom>
                  <a:rect b="b" l="l" r="r" t="t"/>
                  <a:pathLst>
                    <a:path extrusionOk="0" h="1001" w="621">
                      <a:moveTo>
                        <a:pt x="536" y="1001"/>
                      </a:moveTo>
                      <a:cubicBezTo>
                        <a:pt x="536" y="996"/>
                        <a:pt x="536" y="996"/>
                        <a:pt x="536" y="996"/>
                      </a:cubicBezTo>
                      <a:cubicBezTo>
                        <a:pt x="536" y="991"/>
                        <a:pt x="570" y="556"/>
                        <a:pt x="485" y="445"/>
                      </a:cubicBezTo>
                      <a:cubicBezTo>
                        <a:pt x="413" y="351"/>
                        <a:pt x="295" y="342"/>
                        <a:pt x="284" y="341"/>
                      </a:cubicBezTo>
                      <a:cubicBezTo>
                        <a:pt x="278" y="343"/>
                        <a:pt x="275" y="346"/>
                        <a:pt x="273" y="350"/>
                      </a:cubicBezTo>
                      <a:cubicBezTo>
                        <a:pt x="268" y="362"/>
                        <a:pt x="280" y="386"/>
                        <a:pt x="294" y="415"/>
                      </a:cubicBezTo>
                      <a:cubicBezTo>
                        <a:pt x="307" y="440"/>
                        <a:pt x="322" y="470"/>
                        <a:pt x="330" y="501"/>
                      </a:cubicBezTo>
                      <a:cubicBezTo>
                        <a:pt x="350" y="583"/>
                        <a:pt x="300" y="668"/>
                        <a:pt x="297" y="671"/>
                      </a:cubicBezTo>
                      <a:cubicBezTo>
                        <a:pt x="295" y="675"/>
                        <a:pt x="295" y="675"/>
                        <a:pt x="295" y="675"/>
                      </a:cubicBezTo>
                      <a:cubicBezTo>
                        <a:pt x="255" y="654"/>
                        <a:pt x="255" y="654"/>
                        <a:pt x="255" y="654"/>
                      </a:cubicBezTo>
                      <a:cubicBezTo>
                        <a:pt x="256" y="651"/>
                        <a:pt x="256" y="651"/>
                        <a:pt x="256" y="651"/>
                      </a:cubicBezTo>
                      <a:cubicBezTo>
                        <a:pt x="273" y="591"/>
                        <a:pt x="275" y="553"/>
                        <a:pt x="260" y="548"/>
                      </a:cubicBezTo>
                      <a:cubicBezTo>
                        <a:pt x="239" y="542"/>
                        <a:pt x="185" y="583"/>
                        <a:pt x="166" y="600"/>
                      </a:cubicBezTo>
                      <a:cubicBezTo>
                        <a:pt x="162" y="603"/>
                        <a:pt x="162" y="603"/>
                        <a:pt x="162" y="603"/>
                      </a:cubicBezTo>
                      <a:cubicBezTo>
                        <a:pt x="127" y="562"/>
                        <a:pt x="127" y="562"/>
                        <a:pt x="127" y="562"/>
                      </a:cubicBezTo>
                      <a:cubicBezTo>
                        <a:pt x="131" y="559"/>
                        <a:pt x="131" y="559"/>
                        <a:pt x="131" y="559"/>
                      </a:cubicBezTo>
                      <a:cubicBezTo>
                        <a:pt x="148" y="546"/>
                        <a:pt x="192" y="502"/>
                        <a:pt x="192" y="478"/>
                      </a:cubicBezTo>
                      <a:cubicBezTo>
                        <a:pt x="192" y="475"/>
                        <a:pt x="191" y="472"/>
                        <a:pt x="189" y="469"/>
                      </a:cubicBezTo>
                      <a:cubicBezTo>
                        <a:pt x="174" y="456"/>
                        <a:pt x="116" y="480"/>
                        <a:pt x="83" y="499"/>
                      </a:cubicBezTo>
                      <a:cubicBezTo>
                        <a:pt x="79" y="501"/>
                        <a:pt x="79" y="501"/>
                        <a:pt x="79" y="501"/>
                      </a:cubicBezTo>
                      <a:cubicBezTo>
                        <a:pt x="54" y="460"/>
                        <a:pt x="54" y="460"/>
                        <a:pt x="54" y="460"/>
                      </a:cubicBezTo>
                      <a:cubicBezTo>
                        <a:pt x="58" y="457"/>
                        <a:pt x="58" y="457"/>
                        <a:pt x="58" y="457"/>
                      </a:cubicBezTo>
                      <a:cubicBezTo>
                        <a:pt x="59" y="457"/>
                        <a:pt x="116" y="431"/>
                        <a:pt x="111" y="393"/>
                      </a:cubicBezTo>
                      <a:cubicBezTo>
                        <a:pt x="110" y="387"/>
                        <a:pt x="107" y="382"/>
                        <a:pt x="102" y="378"/>
                      </a:cubicBezTo>
                      <a:cubicBezTo>
                        <a:pt x="78" y="362"/>
                        <a:pt x="20" y="373"/>
                        <a:pt x="19" y="373"/>
                      </a:cubicBezTo>
                      <a:cubicBezTo>
                        <a:pt x="15" y="374"/>
                        <a:pt x="15" y="374"/>
                        <a:pt x="15" y="374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4" y="323"/>
                        <a:pt x="4" y="323"/>
                        <a:pt x="4" y="323"/>
                      </a:cubicBezTo>
                      <a:cubicBezTo>
                        <a:pt x="67" y="304"/>
                        <a:pt x="95" y="283"/>
                        <a:pt x="94" y="275"/>
                      </a:cubicBezTo>
                      <a:cubicBezTo>
                        <a:pt x="93" y="261"/>
                        <a:pt x="41" y="249"/>
                        <a:pt x="5" y="245"/>
                      </a:cubicBezTo>
                      <a:cubicBezTo>
                        <a:pt x="1" y="244"/>
                        <a:pt x="1" y="244"/>
                        <a:pt x="1" y="244"/>
                      </a:cubicBezTo>
                      <a:cubicBezTo>
                        <a:pt x="1" y="195"/>
                        <a:pt x="1" y="195"/>
                        <a:pt x="1" y="195"/>
                      </a:cubicBezTo>
                      <a:cubicBezTo>
                        <a:pt x="6" y="195"/>
                        <a:pt x="6" y="195"/>
                        <a:pt x="6" y="195"/>
                      </a:cubicBezTo>
                      <a:cubicBezTo>
                        <a:pt x="37" y="198"/>
                        <a:pt x="88" y="195"/>
                        <a:pt x="95" y="179"/>
                      </a:cubicBezTo>
                      <a:cubicBezTo>
                        <a:pt x="101" y="163"/>
                        <a:pt x="61" y="133"/>
                        <a:pt x="35" y="118"/>
                      </a:cubicBezTo>
                      <a:cubicBezTo>
                        <a:pt x="30" y="115"/>
                        <a:pt x="30" y="115"/>
                        <a:pt x="30" y="115"/>
                      </a:cubicBezTo>
                      <a:cubicBezTo>
                        <a:pt x="62" y="73"/>
                        <a:pt x="62" y="73"/>
                        <a:pt x="62" y="73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81" y="90"/>
                        <a:pt x="126" y="124"/>
                        <a:pt x="143" y="110"/>
                      </a:cubicBezTo>
                      <a:cubicBezTo>
                        <a:pt x="160" y="96"/>
                        <a:pt x="147" y="44"/>
                        <a:pt x="141" y="25"/>
                      </a:cubicBezTo>
                      <a:cubicBezTo>
                        <a:pt x="140" y="21"/>
                        <a:pt x="140" y="21"/>
                        <a:pt x="140" y="21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84" y="4"/>
                        <a:pt x="184" y="4"/>
                        <a:pt x="184" y="4"/>
                      </a:cubicBezTo>
                      <a:cubicBezTo>
                        <a:pt x="185" y="6"/>
                        <a:pt x="187" y="9"/>
                        <a:pt x="188" y="12"/>
                      </a:cubicBezTo>
                      <a:cubicBezTo>
                        <a:pt x="196" y="27"/>
                        <a:pt x="215" y="65"/>
                        <a:pt x="228" y="65"/>
                      </a:cubicBezTo>
                      <a:cubicBezTo>
                        <a:pt x="229" y="65"/>
                        <a:pt x="229" y="65"/>
                        <a:pt x="229" y="65"/>
                      </a:cubicBezTo>
                      <a:cubicBezTo>
                        <a:pt x="240" y="64"/>
                        <a:pt x="256" y="29"/>
                        <a:pt x="264" y="5"/>
                      </a:cubicBezTo>
                      <a:cubicBezTo>
                        <a:pt x="265" y="1"/>
                        <a:pt x="265" y="1"/>
                        <a:pt x="265" y="1"/>
                      </a:cubicBezTo>
                      <a:cubicBezTo>
                        <a:pt x="311" y="10"/>
                        <a:pt x="311" y="10"/>
                        <a:pt x="311" y="10"/>
                      </a:cubicBezTo>
                      <a:cubicBezTo>
                        <a:pt x="311" y="14"/>
                        <a:pt x="311" y="14"/>
                        <a:pt x="311" y="14"/>
                      </a:cubicBezTo>
                      <a:cubicBezTo>
                        <a:pt x="308" y="47"/>
                        <a:pt x="298" y="75"/>
                        <a:pt x="287" y="104"/>
                      </a:cubicBezTo>
                      <a:cubicBezTo>
                        <a:pt x="276" y="133"/>
                        <a:pt x="264" y="164"/>
                        <a:pt x="260" y="200"/>
                      </a:cubicBezTo>
                      <a:cubicBezTo>
                        <a:pt x="253" y="267"/>
                        <a:pt x="301" y="287"/>
                        <a:pt x="307" y="290"/>
                      </a:cubicBezTo>
                      <a:cubicBezTo>
                        <a:pt x="320" y="290"/>
                        <a:pt x="474" y="300"/>
                        <a:pt x="546" y="415"/>
                      </a:cubicBezTo>
                      <a:cubicBezTo>
                        <a:pt x="621" y="534"/>
                        <a:pt x="601" y="978"/>
                        <a:pt x="600" y="996"/>
                      </a:cubicBezTo>
                      <a:cubicBezTo>
                        <a:pt x="600" y="1001"/>
                        <a:pt x="600" y="1001"/>
                        <a:pt x="600" y="1001"/>
                      </a:cubicBezTo>
                      <a:cubicBezTo>
                        <a:pt x="540" y="1001"/>
                        <a:pt x="540" y="1001"/>
                        <a:pt x="540" y="1001"/>
                      </a:cubicBezTo>
                      <a:lnTo>
                        <a:pt x="536" y="10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42"/>
                <p:cNvSpPr/>
                <p:nvPr/>
              </p:nvSpPr>
              <p:spPr>
                <a:xfrm>
                  <a:off x="3051062" y="3311106"/>
                  <a:ext cx="854579" cy="1473612"/>
                </a:xfrm>
                <a:custGeom>
                  <a:rect b="b" l="l" r="r" t="t"/>
                  <a:pathLst>
                    <a:path extrusionOk="0" h="956" w="555">
                      <a:moveTo>
                        <a:pt x="72" y="243"/>
                      </a:moveTo>
                      <a:cubicBezTo>
                        <a:pt x="72" y="221"/>
                        <a:pt x="0" y="203"/>
                        <a:pt x="0" y="203"/>
                      </a:cubicBezTo>
                      <a:cubicBezTo>
                        <a:pt x="0" y="203"/>
                        <a:pt x="12" y="189"/>
                        <a:pt x="8" y="172"/>
                      </a:cubicBezTo>
                      <a:cubicBezTo>
                        <a:pt x="8" y="172"/>
                        <a:pt x="59" y="173"/>
                        <a:pt x="69" y="155"/>
                      </a:cubicBezTo>
                      <a:cubicBezTo>
                        <a:pt x="78" y="137"/>
                        <a:pt x="29" y="95"/>
                        <a:pt x="29" y="95"/>
                      </a:cubicBezTo>
                      <a:cubicBezTo>
                        <a:pt x="29" y="95"/>
                        <a:pt x="45" y="84"/>
                        <a:pt x="48" y="68"/>
                      </a:cubicBezTo>
                      <a:cubicBezTo>
                        <a:pt x="48" y="68"/>
                        <a:pt x="83" y="96"/>
                        <a:pt x="104" y="89"/>
                      </a:cubicBezTo>
                      <a:cubicBezTo>
                        <a:pt x="126" y="82"/>
                        <a:pt x="120" y="23"/>
                        <a:pt x="120" y="23"/>
                      </a:cubicBezTo>
                      <a:cubicBezTo>
                        <a:pt x="120" y="23"/>
                        <a:pt x="140" y="23"/>
                        <a:pt x="151" y="6"/>
                      </a:cubicBezTo>
                      <a:cubicBezTo>
                        <a:pt x="151" y="6"/>
                        <a:pt x="166" y="45"/>
                        <a:pt x="184" y="46"/>
                      </a:cubicBezTo>
                      <a:cubicBezTo>
                        <a:pt x="203" y="46"/>
                        <a:pt x="222" y="0"/>
                        <a:pt x="222" y="0"/>
                      </a:cubicBezTo>
                      <a:cubicBezTo>
                        <a:pt x="222" y="0"/>
                        <a:pt x="226" y="6"/>
                        <a:pt x="256" y="10"/>
                      </a:cubicBezTo>
                      <a:cubicBezTo>
                        <a:pt x="256" y="10"/>
                        <a:pt x="235" y="78"/>
                        <a:pt x="224" y="99"/>
                      </a:cubicBezTo>
                      <a:cubicBezTo>
                        <a:pt x="213" y="120"/>
                        <a:pt x="184" y="232"/>
                        <a:pt x="249" y="259"/>
                      </a:cubicBezTo>
                      <a:cubicBezTo>
                        <a:pt x="249" y="259"/>
                        <a:pt x="347" y="267"/>
                        <a:pt x="404" y="300"/>
                      </a:cubicBezTo>
                      <a:cubicBezTo>
                        <a:pt x="461" y="333"/>
                        <a:pt x="499" y="363"/>
                        <a:pt x="526" y="460"/>
                      </a:cubicBezTo>
                      <a:cubicBezTo>
                        <a:pt x="552" y="557"/>
                        <a:pt x="553" y="716"/>
                        <a:pt x="554" y="756"/>
                      </a:cubicBezTo>
                      <a:cubicBezTo>
                        <a:pt x="555" y="796"/>
                        <a:pt x="550" y="956"/>
                        <a:pt x="550" y="956"/>
                      </a:cubicBezTo>
                      <a:cubicBezTo>
                        <a:pt x="508" y="956"/>
                        <a:pt x="508" y="956"/>
                        <a:pt x="508" y="956"/>
                      </a:cubicBezTo>
                      <a:cubicBezTo>
                        <a:pt x="508" y="956"/>
                        <a:pt x="515" y="754"/>
                        <a:pt x="512" y="669"/>
                      </a:cubicBezTo>
                      <a:cubicBezTo>
                        <a:pt x="508" y="585"/>
                        <a:pt x="489" y="451"/>
                        <a:pt x="455" y="401"/>
                      </a:cubicBezTo>
                      <a:cubicBezTo>
                        <a:pt x="421" y="351"/>
                        <a:pt x="357" y="305"/>
                        <a:pt x="249" y="293"/>
                      </a:cubicBezTo>
                      <a:cubicBezTo>
                        <a:pt x="249" y="293"/>
                        <a:pt x="210" y="295"/>
                        <a:pt x="220" y="325"/>
                      </a:cubicBezTo>
                      <a:cubicBezTo>
                        <a:pt x="230" y="354"/>
                        <a:pt x="280" y="439"/>
                        <a:pt x="283" y="481"/>
                      </a:cubicBezTo>
                      <a:cubicBezTo>
                        <a:pt x="286" y="523"/>
                        <a:pt x="274" y="574"/>
                        <a:pt x="274" y="574"/>
                      </a:cubicBezTo>
                      <a:cubicBezTo>
                        <a:pt x="274" y="574"/>
                        <a:pt x="253" y="562"/>
                        <a:pt x="241" y="565"/>
                      </a:cubicBezTo>
                      <a:cubicBezTo>
                        <a:pt x="241" y="565"/>
                        <a:pt x="251" y="510"/>
                        <a:pt x="230" y="500"/>
                      </a:cubicBezTo>
                      <a:cubicBezTo>
                        <a:pt x="209" y="490"/>
                        <a:pt x="162" y="525"/>
                        <a:pt x="162" y="525"/>
                      </a:cubicBezTo>
                      <a:cubicBezTo>
                        <a:pt x="162" y="525"/>
                        <a:pt x="156" y="509"/>
                        <a:pt x="135" y="499"/>
                      </a:cubicBezTo>
                      <a:cubicBezTo>
                        <a:pt x="135" y="499"/>
                        <a:pt x="179" y="444"/>
                        <a:pt x="164" y="425"/>
                      </a:cubicBezTo>
                      <a:cubicBezTo>
                        <a:pt x="149" y="406"/>
                        <a:pt x="71" y="437"/>
                        <a:pt x="71" y="437"/>
                      </a:cubicBezTo>
                      <a:cubicBezTo>
                        <a:pt x="71" y="437"/>
                        <a:pt x="67" y="422"/>
                        <a:pt x="54" y="412"/>
                      </a:cubicBezTo>
                      <a:cubicBezTo>
                        <a:pt x="54" y="412"/>
                        <a:pt x="95" y="372"/>
                        <a:pt x="87" y="349"/>
                      </a:cubicBezTo>
                      <a:cubicBezTo>
                        <a:pt x="80" y="326"/>
                        <a:pt x="18" y="322"/>
                        <a:pt x="18" y="322"/>
                      </a:cubicBezTo>
                      <a:cubicBezTo>
                        <a:pt x="18" y="322"/>
                        <a:pt x="21" y="305"/>
                        <a:pt x="9" y="284"/>
                      </a:cubicBezTo>
                      <a:cubicBezTo>
                        <a:pt x="9" y="284"/>
                        <a:pt x="72" y="265"/>
                        <a:pt x="72" y="243"/>
                      </a:cubicBezTo>
                      <a:close/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42"/>
                <p:cNvSpPr/>
                <p:nvPr/>
              </p:nvSpPr>
              <p:spPr>
                <a:xfrm>
                  <a:off x="3352306" y="3168661"/>
                  <a:ext cx="172681" cy="143705"/>
                </a:xfrm>
                <a:custGeom>
                  <a:rect b="b" l="l" r="r" t="t"/>
                  <a:pathLst>
                    <a:path extrusionOk="0" h="93" w="112">
                      <a:moveTo>
                        <a:pt x="4" y="29"/>
                      </a:moveTo>
                      <a:cubicBezTo>
                        <a:pt x="0" y="48"/>
                        <a:pt x="18" y="81"/>
                        <a:pt x="46" y="87"/>
                      </a:cubicBezTo>
                      <a:cubicBezTo>
                        <a:pt x="75" y="93"/>
                        <a:pt x="104" y="70"/>
                        <a:pt x="108" y="51"/>
                      </a:cubicBezTo>
                      <a:cubicBezTo>
                        <a:pt x="112" y="32"/>
                        <a:pt x="92" y="12"/>
                        <a:pt x="63" y="6"/>
                      </a:cubicBezTo>
                      <a:cubicBezTo>
                        <a:pt x="35" y="0"/>
                        <a:pt x="8" y="10"/>
                        <a:pt x="4" y="2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42"/>
                <p:cNvSpPr/>
                <p:nvPr/>
              </p:nvSpPr>
              <p:spPr>
                <a:xfrm>
                  <a:off x="3352306" y="3181267"/>
                  <a:ext cx="151253" cy="127318"/>
                </a:xfrm>
                <a:custGeom>
                  <a:rect b="b" l="l" r="r" t="t"/>
                  <a:pathLst>
                    <a:path extrusionOk="0" h="83" w="98">
                      <a:moveTo>
                        <a:pt x="24" y="0"/>
                      </a:moveTo>
                      <a:cubicBezTo>
                        <a:pt x="23" y="3"/>
                        <a:pt x="22" y="5"/>
                        <a:pt x="21" y="8"/>
                      </a:cubicBezTo>
                      <a:cubicBezTo>
                        <a:pt x="17" y="27"/>
                        <a:pt x="34" y="61"/>
                        <a:pt x="63" y="67"/>
                      </a:cubicBezTo>
                      <a:cubicBezTo>
                        <a:pt x="75" y="69"/>
                        <a:pt x="87" y="66"/>
                        <a:pt x="98" y="61"/>
                      </a:cubicBezTo>
                      <a:cubicBezTo>
                        <a:pt x="86" y="73"/>
                        <a:pt x="66" y="83"/>
                        <a:pt x="46" y="79"/>
                      </a:cubicBezTo>
                      <a:cubicBezTo>
                        <a:pt x="18" y="73"/>
                        <a:pt x="0" y="40"/>
                        <a:pt x="4" y="21"/>
                      </a:cubicBezTo>
                      <a:cubicBezTo>
                        <a:pt x="6" y="12"/>
                        <a:pt x="14" y="5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42"/>
                <p:cNvSpPr/>
                <p:nvPr/>
              </p:nvSpPr>
              <p:spPr>
                <a:xfrm>
                  <a:off x="3134251" y="3191352"/>
                  <a:ext cx="173941" cy="152530"/>
                </a:xfrm>
                <a:custGeom>
                  <a:rect b="b" l="l" r="r" t="t"/>
                  <a:pathLst>
                    <a:path extrusionOk="0" h="99" w="113">
                      <a:moveTo>
                        <a:pt x="8" y="64"/>
                      </a:moveTo>
                      <a:cubicBezTo>
                        <a:pt x="16" y="82"/>
                        <a:pt x="49" y="99"/>
                        <a:pt x="76" y="88"/>
                      </a:cubicBezTo>
                      <a:cubicBezTo>
                        <a:pt x="103" y="76"/>
                        <a:pt x="113" y="40"/>
                        <a:pt x="105" y="22"/>
                      </a:cubicBezTo>
                      <a:cubicBezTo>
                        <a:pt x="98" y="5"/>
                        <a:pt x="70" y="0"/>
                        <a:pt x="43" y="11"/>
                      </a:cubicBezTo>
                      <a:cubicBezTo>
                        <a:pt x="16" y="23"/>
                        <a:pt x="0" y="47"/>
                        <a:pt x="8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" name="Google Shape;889;p42"/>
                <p:cNvSpPr/>
                <p:nvPr/>
              </p:nvSpPr>
              <p:spPr>
                <a:xfrm>
                  <a:off x="3140553" y="3246817"/>
                  <a:ext cx="158815" cy="97065"/>
                </a:xfrm>
                <a:custGeom>
                  <a:rect b="b" l="l" r="r" t="t"/>
                  <a:pathLst>
                    <a:path extrusionOk="0" h="63" w="103">
                      <a:moveTo>
                        <a:pt x="8" y="0"/>
                      </a:moveTo>
                      <a:cubicBezTo>
                        <a:pt x="9" y="3"/>
                        <a:pt x="9" y="6"/>
                        <a:pt x="10" y="8"/>
                      </a:cubicBezTo>
                      <a:cubicBezTo>
                        <a:pt x="18" y="26"/>
                        <a:pt x="51" y="43"/>
                        <a:pt x="78" y="32"/>
                      </a:cubicBezTo>
                      <a:cubicBezTo>
                        <a:pt x="90" y="27"/>
                        <a:pt x="98" y="17"/>
                        <a:pt x="103" y="7"/>
                      </a:cubicBezTo>
                      <a:cubicBezTo>
                        <a:pt x="101" y="24"/>
                        <a:pt x="90" y="44"/>
                        <a:pt x="72" y="52"/>
                      </a:cubicBezTo>
                      <a:cubicBezTo>
                        <a:pt x="45" y="63"/>
                        <a:pt x="12" y="46"/>
                        <a:pt x="4" y="28"/>
                      </a:cubicBezTo>
                      <a:cubicBezTo>
                        <a:pt x="0" y="20"/>
                        <a:pt x="2" y="9"/>
                        <a:pt x="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" name="Google Shape;890;p42"/>
                <p:cNvSpPr/>
                <p:nvPr/>
              </p:nvSpPr>
              <p:spPr>
                <a:xfrm>
                  <a:off x="2969133" y="3301021"/>
                  <a:ext cx="156294" cy="170178"/>
                </a:xfrm>
                <a:custGeom>
                  <a:rect b="b" l="l" r="r" t="t"/>
                  <a:pathLst>
                    <a:path extrusionOk="0" h="110" w="101">
                      <a:moveTo>
                        <a:pt x="18" y="100"/>
                      </a:moveTo>
                      <a:cubicBezTo>
                        <a:pt x="34" y="110"/>
                        <a:pt x="71" y="105"/>
                        <a:pt x="86" y="80"/>
                      </a:cubicBezTo>
                      <a:cubicBezTo>
                        <a:pt x="101" y="55"/>
                        <a:pt x="89" y="19"/>
                        <a:pt x="72" y="10"/>
                      </a:cubicBezTo>
                      <a:cubicBezTo>
                        <a:pt x="56" y="0"/>
                        <a:pt x="30" y="12"/>
                        <a:pt x="15" y="37"/>
                      </a:cubicBezTo>
                      <a:cubicBezTo>
                        <a:pt x="0" y="62"/>
                        <a:pt x="1" y="91"/>
                        <a:pt x="18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42"/>
                <p:cNvSpPr/>
                <p:nvPr/>
              </p:nvSpPr>
              <p:spPr>
                <a:xfrm>
                  <a:off x="2976695" y="3340099"/>
                  <a:ext cx="142430" cy="131100"/>
                </a:xfrm>
                <a:custGeom>
                  <a:rect b="b" l="l" r="r" t="t"/>
                  <a:pathLst>
                    <a:path extrusionOk="0" h="85" w="92">
                      <a:moveTo>
                        <a:pt x="0" y="50"/>
                      </a:moveTo>
                      <a:cubicBezTo>
                        <a:pt x="1" y="52"/>
                        <a:pt x="4" y="54"/>
                        <a:pt x="6" y="55"/>
                      </a:cubicBezTo>
                      <a:cubicBezTo>
                        <a:pt x="22" y="65"/>
                        <a:pt x="60" y="60"/>
                        <a:pt x="75" y="35"/>
                      </a:cubicBezTo>
                      <a:cubicBezTo>
                        <a:pt x="81" y="24"/>
                        <a:pt x="83" y="12"/>
                        <a:pt x="81" y="0"/>
                      </a:cubicBezTo>
                      <a:cubicBezTo>
                        <a:pt x="89" y="15"/>
                        <a:pt x="92" y="38"/>
                        <a:pt x="81" y="55"/>
                      </a:cubicBezTo>
                      <a:cubicBezTo>
                        <a:pt x="66" y="80"/>
                        <a:pt x="29" y="85"/>
                        <a:pt x="13" y="75"/>
                      </a:cubicBezTo>
                      <a:cubicBezTo>
                        <a:pt x="4" y="71"/>
                        <a:pt x="0" y="61"/>
                        <a:pt x="0" y="5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892;p42"/>
                <p:cNvSpPr/>
                <p:nvPr/>
              </p:nvSpPr>
              <p:spPr>
                <a:xfrm>
                  <a:off x="2912413" y="3507755"/>
                  <a:ext cx="137388" cy="167657"/>
                </a:xfrm>
                <a:custGeom>
                  <a:rect b="b" l="l" r="r" t="t"/>
                  <a:pathLst>
                    <a:path extrusionOk="0" h="109" w="89">
                      <a:moveTo>
                        <a:pt x="32" y="107"/>
                      </a:moveTo>
                      <a:cubicBezTo>
                        <a:pt x="51" y="109"/>
                        <a:pt x="83" y="88"/>
                        <a:pt x="86" y="59"/>
                      </a:cubicBezTo>
                      <a:cubicBezTo>
                        <a:pt x="89" y="30"/>
                        <a:pt x="62" y="4"/>
                        <a:pt x="43" y="2"/>
                      </a:cubicBezTo>
                      <a:cubicBezTo>
                        <a:pt x="24" y="0"/>
                        <a:pt x="6" y="22"/>
                        <a:pt x="3" y="51"/>
                      </a:cubicBezTo>
                      <a:cubicBezTo>
                        <a:pt x="0" y="80"/>
                        <a:pt x="13" y="105"/>
                        <a:pt x="32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3" name="Google Shape;893;p42"/>
                <p:cNvSpPr/>
                <p:nvPr/>
              </p:nvSpPr>
              <p:spPr>
                <a:xfrm>
                  <a:off x="2926278" y="3522882"/>
                  <a:ext cx="121002" cy="152530"/>
                </a:xfrm>
                <a:custGeom>
                  <a:rect b="b" l="l" r="r" t="t"/>
                  <a:pathLst>
                    <a:path extrusionOk="0" h="99" w="79">
                      <a:moveTo>
                        <a:pt x="0" y="79"/>
                      </a:moveTo>
                      <a:cubicBezTo>
                        <a:pt x="3" y="80"/>
                        <a:pt x="6" y="81"/>
                        <a:pt x="9" y="82"/>
                      </a:cubicBezTo>
                      <a:cubicBezTo>
                        <a:pt x="28" y="84"/>
                        <a:pt x="59" y="63"/>
                        <a:pt x="62" y="34"/>
                      </a:cubicBezTo>
                      <a:cubicBezTo>
                        <a:pt x="64" y="22"/>
                        <a:pt x="59" y="10"/>
                        <a:pt x="53" y="0"/>
                      </a:cubicBezTo>
                      <a:cubicBezTo>
                        <a:pt x="67" y="10"/>
                        <a:pt x="79" y="29"/>
                        <a:pt x="77" y="49"/>
                      </a:cubicBezTo>
                      <a:cubicBezTo>
                        <a:pt x="74" y="78"/>
                        <a:pt x="42" y="99"/>
                        <a:pt x="23" y="97"/>
                      </a:cubicBezTo>
                      <a:cubicBezTo>
                        <a:pt x="14" y="96"/>
                        <a:pt x="6" y="89"/>
                        <a:pt x="0" y="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4" name="Google Shape;894;p42"/>
                <p:cNvSpPr/>
                <p:nvPr/>
              </p:nvSpPr>
              <p:spPr>
                <a:xfrm>
                  <a:off x="2926278" y="3719532"/>
                  <a:ext cx="147472" cy="172699"/>
                </a:xfrm>
                <a:custGeom>
                  <a:rect b="b" l="l" r="r" t="t"/>
                  <a:pathLst>
                    <a:path extrusionOk="0" h="112" w="96">
                      <a:moveTo>
                        <a:pt x="56" y="107"/>
                      </a:moveTo>
                      <a:cubicBezTo>
                        <a:pt x="74" y="102"/>
                        <a:pt x="96" y="71"/>
                        <a:pt x="88" y="43"/>
                      </a:cubicBezTo>
                      <a:cubicBezTo>
                        <a:pt x="80" y="15"/>
                        <a:pt x="45" y="0"/>
                        <a:pt x="27" y="5"/>
                      </a:cubicBezTo>
                      <a:cubicBezTo>
                        <a:pt x="9" y="10"/>
                        <a:pt x="0" y="37"/>
                        <a:pt x="8" y="65"/>
                      </a:cubicBezTo>
                      <a:cubicBezTo>
                        <a:pt x="16" y="93"/>
                        <a:pt x="37" y="112"/>
                        <a:pt x="56" y="10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895;p42"/>
                <p:cNvSpPr/>
                <p:nvPr/>
              </p:nvSpPr>
              <p:spPr>
                <a:xfrm>
                  <a:off x="2969133" y="3728356"/>
                  <a:ext cx="104617" cy="158832"/>
                </a:xfrm>
                <a:custGeom>
                  <a:rect b="b" l="l" r="r" t="t"/>
                  <a:pathLst>
                    <a:path extrusionOk="0" h="103" w="68">
                      <a:moveTo>
                        <a:pt x="0" y="93"/>
                      </a:moveTo>
                      <a:cubicBezTo>
                        <a:pt x="3" y="93"/>
                        <a:pt x="6" y="93"/>
                        <a:pt x="9" y="92"/>
                      </a:cubicBezTo>
                      <a:cubicBezTo>
                        <a:pt x="27" y="87"/>
                        <a:pt x="49" y="56"/>
                        <a:pt x="41" y="28"/>
                      </a:cubicBezTo>
                      <a:cubicBezTo>
                        <a:pt x="37" y="16"/>
                        <a:pt x="29" y="6"/>
                        <a:pt x="20" y="0"/>
                      </a:cubicBezTo>
                      <a:cubicBezTo>
                        <a:pt x="36" y="4"/>
                        <a:pt x="54" y="17"/>
                        <a:pt x="60" y="37"/>
                      </a:cubicBezTo>
                      <a:cubicBezTo>
                        <a:pt x="68" y="65"/>
                        <a:pt x="46" y="96"/>
                        <a:pt x="28" y="101"/>
                      </a:cubicBezTo>
                      <a:cubicBezTo>
                        <a:pt x="18" y="103"/>
                        <a:pt x="8" y="100"/>
                        <a:pt x="0" y="9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42"/>
                <p:cNvSpPr/>
                <p:nvPr/>
              </p:nvSpPr>
              <p:spPr>
                <a:xfrm>
                  <a:off x="3005686" y="3928787"/>
                  <a:ext cx="157555" cy="168917"/>
                </a:xfrm>
                <a:custGeom>
                  <a:rect b="b" l="l" r="r" t="t"/>
                  <a:pathLst>
                    <a:path extrusionOk="0" h="110" w="102">
                      <a:moveTo>
                        <a:pt x="74" y="100"/>
                      </a:moveTo>
                      <a:cubicBezTo>
                        <a:pt x="90" y="89"/>
                        <a:pt x="102" y="54"/>
                        <a:pt x="86" y="29"/>
                      </a:cubicBezTo>
                      <a:cubicBezTo>
                        <a:pt x="70" y="4"/>
                        <a:pt x="33" y="0"/>
                        <a:pt x="17" y="11"/>
                      </a:cubicBezTo>
                      <a:cubicBezTo>
                        <a:pt x="1" y="21"/>
                        <a:pt x="0" y="49"/>
                        <a:pt x="16" y="74"/>
                      </a:cubicBezTo>
                      <a:cubicBezTo>
                        <a:pt x="32" y="99"/>
                        <a:pt x="58" y="110"/>
                        <a:pt x="74" y="1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42"/>
                <p:cNvSpPr/>
                <p:nvPr/>
              </p:nvSpPr>
              <p:spPr>
                <a:xfrm>
                  <a:off x="3063666" y="3936351"/>
                  <a:ext cx="99575" cy="153790"/>
                </a:xfrm>
                <a:custGeom>
                  <a:rect b="b" l="l" r="r" t="t"/>
                  <a:pathLst>
                    <a:path extrusionOk="0" h="100" w="65">
                      <a:moveTo>
                        <a:pt x="8" y="95"/>
                      </a:moveTo>
                      <a:cubicBezTo>
                        <a:pt x="11" y="94"/>
                        <a:pt x="14" y="93"/>
                        <a:pt x="17" y="92"/>
                      </a:cubicBezTo>
                      <a:cubicBezTo>
                        <a:pt x="33" y="81"/>
                        <a:pt x="44" y="46"/>
                        <a:pt x="28" y="21"/>
                      </a:cubicBezTo>
                      <a:cubicBezTo>
                        <a:pt x="21" y="11"/>
                        <a:pt x="11" y="4"/>
                        <a:pt x="0" y="0"/>
                      </a:cubicBezTo>
                      <a:cubicBezTo>
                        <a:pt x="17" y="0"/>
                        <a:pt x="38" y="7"/>
                        <a:pt x="49" y="24"/>
                      </a:cubicBezTo>
                      <a:cubicBezTo>
                        <a:pt x="65" y="49"/>
                        <a:pt x="53" y="84"/>
                        <a:pt x="37" y="95"/>
                      </a:cubicBezTo>
                      <a:cubicBezTo>
                        <a:pt x="29" y="100"/>
                        <a:pt x="19" y="100"/>
                        <a:pt x="8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42"/>
                <p:cNvSpPr/>
                <p:nvPr/>
              </p:nvSpPr>
              <p:spPr>
                <a:xfrm>
                  <a:off x="3136772" y="4077535"/>
                  <a:ext cx="163857" cy="162615"/>
                </a:xfrm>
                <a:custGeom>
                  <a:rect b="b" l="l" r="r" t="t"/>
                  <a:pathLst>
                    <a:path extrusionOk="0" h="105" w="106">
                      <a:moveTo>
                        <a:pt x="90" y="91"/>
                      </a:moveTo>
                      <a:cubicBezTo>
                        <a:pt x="103" y="77"/>
                        <a:pt x="106" y="40"/>
                        <a:pt x="84" y="20"/>
                      </a:cubicBezTo>
                      <a:cubicBezTo>
                        <a:pt x="63" y="0"/>
                        <a:pt x="26" y="5"/>
                        <a:pt x="13" y="19"/>
                      </a:cubicBezTo>
                      <a:cubicBezTo>
                        <a:pt x="0" y="33"/>
                        <a:pt x="7" y="61"/>
                        <a:pt x="28" y="81"/>
                      </a:cubicBezTo>
                      <a:cubicBezTo>
                        <a:pt x="49" y="100"/>
                        <a:pt x="77" y="105"/>
                        <a:pt x="90" y="9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42"/>
                <p:cNvSpPr/>
                <p:nvPr/>
              </p:nvSpPr>
              <p:spPr>
                <a:xfrm>
                  <a:off x="3184668" y="4083838"/>
                  <a:ext cx="115960" cy="148748"/>
                </a:xfrm>
                <a:custGeom>
                  <a:rect b="b" l="l" r="r" t="t"/>
                  <a:pathLst>
                    <a:path extrusionOk="0" h="96" w="75">
                      <a:moveTo>
                        <a:pt x="31" y="95"/>
                      </a:moveTo>
                      <a:cubicBezTo>
                        <a:pt x="34" y="93"/>
                        <a:pt x="37" y="92"/>
                        <a:pt x="39" y="89"/>
                      </a:cubicBezTo>
                      <a:cubicBezTo>
                        <a:pt x="52" y="75"/>
                        <a:pt x="54" y="38"/>
                        <a:pt x="33" y="18"/>
                      </a:cubicBezTo>
                      <a:cubicBezTo>
                        <a:pt x="23" y="9"/>
                        <a:pt x="11" y="6"/>
                        <a:pt x="0" y="5"/>
                      </a:cubicBezTo>
                      <a:cubicBezTo>
                        <a:pt x="16" y="0"/>
                        <a:pt x="39" y="2"/>
                        <a:pt x="53" y="16"/>
                      </a:cubicBezTo>
                      <a:cubicBezTo>
                        <a:pt x="75" y="36"/>
                        <a:pt x="72" y="73"/>
                        <a:pt x="59" y="87"/>
                      </a:cubicBezTo>
                      <a:cubicBezTo>
                        <a:pt x="53" y="94"/>
                        <a:pt x="43" y="96"/>
                        <a:pt x="31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42"/>
                <p:cNvSpPr/>
                <p:nvPr/>
              </p:nvSpPr>
              <p:spPr>
                <a:xfrm>
                  <a:off x="3324577" y="4189726"/>
                  <a:ext cx="175201" cy="147487"/>
                </a:xfrm>
                <a:custGeom>
                  <a:rect b="b" l="l" r="r" t="t"/>
                  <a:pathLst>
                    <a:path extrusionOk="0" h="96" w="113">
                      <a:moveTo>
                        <a:pt x="108" y="69"/>
                      </a:moveTo>
                      <a:cubicBezTo>
                        <a:pt x="113" y="51"/>
                        <a:pt x="98" y="16"/>
                        <a:pt x="70" y="8"/>
                      </a:cubicBezTo>
                      <a:cubicBezTo>
                        <a:pt x="42" y="0"/>
                        <a:pt x="11" y="22"/>
                        <a:pt x="6" y="40"/>
                      </a:cubicBezTo>
                      <a:cubicBezTo>
                        <a:pt x="0" y="59"/>
                        <a:pt x="19" y="80"/>
                        <a:pt x="47" y="88"/>
                      </a:cubicBezTo>
                      <a:cubicBezTo>
                        <a:pt x="75" y="96"/>
                        <a:pt x="102" y="88"/>
                        <a:pt x="108" y="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42"/>
                <p:cNvSpPr/>
                <p:nvPr/>
              </p:nvSpPr>
              <p:spPr>
                <a:xfrm>
                  <a:off x="3351046" y="4193508"/>
                  <a:ext cx="148732" cy="132361"/>
                </a:xfrm>
                <a:custGeom>
                  <a:rect b="b" l="l" r="r" t="t"/>
                  <a:pathLst>
                    <a:path extrusionOk="0" h="86" w="96">
                      <a:moveTo>
                        <a:pt x="69" y="86"/>
                      </a:moveTo>
                      <a:cubicBezTo>
                        <a:pt x="71" y="83"/>
                        <a:pt x="72" y="81"/>
                        <a:pt x="73" y="78"/>
                      </a:cubicBezTo>
                      <a:cubicBezTo>
                        <a:pt x="78" y="59"/>
                        <a:pt x="63" y="25"/>
                        <a:pt x="35" y="17"/>
                      </a:cubicBezTo>
                      <a:cubicBezTo>
                        <a:pt x="23" y="13"/>
                        <a:pt x="11" y="15"/>
                        <a:pt x="0" y="20"/>
                      </a:cubicBezTo>
                      <a:cubicBezTo>
                        <a:pt x="13" y="8"/>
                        <a:pt x="33" y="0"/>
                        <a:pt x="53" y="5"/>
                      </a:cubicBezTo>
                      <a:cubicBezTo>
                        <a:pt x="81" y="13"/>
                        <a:pt x="96" y="48"/>
                        <a:pt x="91" y="66"/>
                      </a:cubicBezTo>
                      <a:cubicBezTo>
                        <a:pt x="88" y="75"/>
                        <a:pt x="80" y="82"/>
                        <a:pt x="69" y="8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42"/>
                <p:cNvSpPr/>
                <p:nvPr/>
              </p:nvSpPr>
              <p:spPr>
                <a:xfrm>
                  <a:off x="2621775" y="3605763"/>
                  <a:ext cx="347350" cy="285500"/>
                </a:xfrm>
                <a:custGeom>
                  <a:rect b="b" l="l" r="r" t="t"/>
                  <a:pathLst>
                    <a:path extrusionOk="0" h="208" w="253">
                      <a:moveTo>
                        <a:pt x="241" y="87"/>
                      </a:moveTo>
                      <a:cubicBezTo>
                        <a:pt x="230" y="83"/>
                        <a:pt x="223" y="84"/>
                        <a:pt x="223" y="84"/>
                      </a:cubicBezTo>
                      <a:cubicBezTo>
                        <a:pt x="223" y="94"/>
                        <a:pt x="223" y="94"/>
                        <a:pt x="223" y="94"/>
                      </a:cubicBezTo>
                      <a:cubicBezTo>
                        <a:pt x="223" y="94"/>
                        <a:pt x="215" y="98"/>
                        <a:pt x="209" y="97"/>
                      </a:cubicBezTo>
                      <a:cubicBezTo>
                        <a:pt x="203" y="96"/>
                        <a:pt x="191" y="104"/>
                        <a:pt x="191" y="104"/>
                      </a:cubicBezTo>
                      <a:cubicBezTo>
                        <a:pt x="191" y="104"/>
                        <a:pt x="194" y="120"/>
                        <a:pt x="185" y="117"/>
                      </a:cubicBezTo>
                      <a:cubicBezTo>
                        <a:pt x="175" y="114"/>
                        <a:pt x="165" y="122"/>
                        <a:pt x="165" y="122"/>
                      </a:cubicBezTo>
                      <a:cubicBezTo>
                        <a:pt x="165" y="122"/>
                        <a:pt x="169" y="132"/>
                        <a:pt x="156" y="133"/>
                      </a:cubicBezTo>
                      <a:cubicBezTo>
                        <a:pt x="142" y="134"/>
                        <a:pt x="118" y="147"/>
                        <a:pt x="116" y="147"/>
                      </a:cubicBezTo>
                      <a:cubicBezTo>
                        <a:pt x="114" y="147"/>
                        <a:pt x="88" y="148"/>
                        <a:pt x="94" y="159"/>
                      </a:cubicBezTo>
                      <a:cubicBezTo>
                        <a:pt x="101" y="171"/>
                        <a:pt x="88" y="182"/>
                        <a:pt x="88" y="182"/>
                      </a:cubicBezTo>
                      <a:cubicBezTo>
                        <a:pt x="88" y="182"/>
                        <a:pt x="93" y="187"/>
                        <a:pt x="88" y="191"/>
                      </a:cubicBezTo>
                      <a:cubicBezTo>
                        <a:pt x="83" y="194"/>
                        <a:pt x="71" y="198"/>
                        <a:pt x="70" y="200"/>
                      </a:cubicBezTo>
                      <a:cubicBezTo>
                        <a:pt x="68" y="202"/>
                        <a:pt x="63" y="208"/>
                        <a:pt x="63" y="208"/>
                      </a:cubicBezTo>
                      <a:cubicBezTo>
                        <a:pt x="63" y="208"/>
                        <a:pt x="30" y="139"/>
                        <a:pt x="19" y="118"/>
                      </a:cubicBezTo>
                      <a:cubicBezTo>
                        <a:pt x="9" y="97"/>
                        <a:pt x="0" y="74"/>
                        <a:pt x="0" y="56"/>
                      </a:cubicBezTo>
                      <a:cubicBezTo>
                        <a:pt x="0" y="38"/>
                        <a:pt x="21" y="4"/>
                        <a:pt x="21" y="4"/>
                      </a:cubicBezTo>
                      <a:cubicBezTo>
                        <a:pt x="42" y="4"/>
                        <a:pt x="42" y="4"/>
                        <a:pt x="42" y="4"/>
                      </a:cubicBezTo>
                      <a:cubicBezTo>
                        <a:pt x="42" y="4"/>
                        <a:pt x="46" y="0"/>
                        <a:pt x="51" y="4"/>
                      </a:cubicBezTo>
                      <a:cubicBezTo>
                        <a:pt x="56" y="7"/>
                        <a:pt x="58" y="5"/>
                        <a:pt x="63" y="10"/>
                      </a:cubicBezTo>
                      <a:cubicBezTo>
                        <a:pt x="69" y="15"/>
                        <a:pt x="72" y="30"/>
                        <a:pt x="77" y="30"/>
                      </a:cubicBezTo>
                      <a:cubicBezTo>
                        <a:pt x="83" y="30"/>
                        <a:pt x="102" y="38"/>
                        <a:pt x="102" y="38"/>
                      </a:cubicBezTo>
                      <a:cubicBezTo>
                        <a:pt x="127" y="36"/>
                        <a:pt x="134" y="41"/>
                        <a:pt x="141" y="38"/>
                      </a:cubicBezTo>
                      <a:cubicBezTo>
                        <a:pt x="148" y="35"/>
                        <a:pt x="157" y="39"/>
                        <a:pt x="157" y="39"/>
                      </a:cubicBezTo>
                      <a:cubicBezTo>
                        <a:pt x="169" y="54"/>
                        <a:pt x="169" y="54"/>
                        <a:pt x="169" y="54"/>
                      </a:cubicBezTo>
                      <a:cubicBezTo>
                        <a:pt x="197" y="56"/>
                        <a:pt x="197" y="56"/>
                        <a:pt x="197" y="56"/>
                      </a:cubicBezTo>
                      <a:cubicBezTo>
                        <a:pt x="234" y="56"/>
                        <a:pt x="234" y="56"/>
                        <a:pt x="234" y="56"/>
                      </a:cubicBezTo>
                      <a:cubicBezTo>
                        <a:pt x="234" y="56"/>
                        <a:pt x="253" y="90"/>
                        <a:pt x="241" y="8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2400" lIns="84800" spcFirstLastPara="1" rIns="84800" wrap="square" tIns="424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69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3" name="Google Shape;903;p42"/>
            <p:cNvGrpSpPr/>
            <p:nvPr/>
          </p:nvGrpSpPr>
          <p:grpSpPr>
            <a:xfrm>
              <a:off x="7352809" y="2839958"/>
              <a:ext cx="1076100" cy="1051200"/>
              <a:chOff x="7519809" y="3694958"/>
              <a:chExt cx="1076100" cy="1051200"/>
            </a:xfrm>
          </p:grpSpPr>
          <p:sp>
            <p:nvSpPr>
              <p:cNvPr id="904" name="Google Shape;904;p42"/>
              <p:cNvSpPr/>
              <p:nvPr/>
            </p:nvSpPr>
            <p:spPr>
              <a:xfrm>
                <a:off x="7735935" y="3733430"/>
                <a:ext cx="244414" cy="888259"/>
              </a:xfrm>
              <a:custGeom>
                <a:rect b="b" l="l" r="r" t="t"/>
                <a:pathLst>
                  <a:path extrusionOk="0" h="557" w="153">
                    <a:moveTo>
                      <a:pt x="0" y="0"/>
                    </a:moveTo>
                    <a:cubicBezTo>
                      <a:pt x="0" y="473"/>
                      <a:pt x="0" y="473"/>
                      <a:pt x="0" y="473"/>
                    </a:cubicBezTo>
                    <a:cubicBezTo>
                      <a:pt x="0" y="519"/>
                      <a:pt x="34" y="557"/>
                      <a:pt x="77" y="557"/>
                    </a:cubicBezTo>
                    <a:cubicBezTo>
                      <a:pt x="119" y="557"/>
                      <a:pt x="153" y="519"/>
                      <a:pt x="153" y="47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42"/>
              <p:cNvSpPr/>
              <p:nvPr/>
            </p:nvSpPr>
            <p:spPr>
              <a:xfrm>
                <a:off x="7793643" y="4335408"/>
                <a:ext cx="12300" cy="13800"/>
              </a:xfrm>
              <a:prstGeom prst="ellipse">
                <a:avLst/>
              </a:prstGeom>
              <a:solidFill>
                <a:srgbClr val="CA204F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42"/>
              <p:cNvSpPr/>
              <p:nvPr/>
            </p:nvSpPr>
            <p:spPr>
              <a:xfrm>
                <a:off x="7754040" y="3795665"/>
                <a:ext cx="210468" cy="763788"/>
              </a:xfrm>
              <a:custGeom>
                <a:rect b="b" l="l" r="r" t="t"/>
                <a:pathLst>
                  <a:path extrusionOk="0" h="479" w="132">
                    <a:moveTo>
                      <a:pt x="0" y="0"/>
                    </a:move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46"/>
                      <a:pt x="29" y="479"/>
                      <a:pt x="66" y="479"/>
                    </a:cubicBezTo>
                    <a:cubicBezTo>
                      <a:pt x="102" y="479"/>
                      <a:pt x="132" y="446"/>
                      <a:pt x="132" y="40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42"/>
              <p:cNvSpPr/>
              <p:nvPr/>
            </p:nvSpPr>
            <p:spPr>
              <a:xfrm>
                <a:off x="7857010" y="4621688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E3DD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42"/>
              <p:cNvSpPr/>
              <p:nvPr/>
            </p:nvSpPr>
            <p:spPr>
              <a:xfrm>
                <a:off x="7818537" y="3733430"/>
                <a:ext cx="161812" cy="888259"/>
              </a:xfrm>
              <a:custGeom>
                <a:rect b="b" l="l" r="r" t="t"/>
                <a:pathLst>
                  <a:path extrusionOk="0" h="557" w="101">
                    <a:moveTo>
                      <a:pt x="10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1" y="446"/>
                      <a:pt x="91" y="446"/>
                      <a:pt x="91" y="446"/>
                    </a:cubicBezTo>
                    <a:cubicBezTo>
                      <a:pt x="91" y="480"/>
                      <a:pt x="69" y="508"/>
                      <a:pt x="40" y="516"/>
                    </a:cubicBezTo>
                    <a:cubicBezTo>
                      <a:pt x="31" y="533"/>
                      <a:pt x="17" y="546"/>
                      <a:pt x="0" y="552"/>
                    </a:cubicBezTo>
                    <a:cubicBezTo>
                      <a:pt x="7" y="555"/>
                      <a:pt x="16" y="557"/>
                      <a:pt x="24" y="557"/>
                    </a:cubicBezTo>
                    <a:cubicBezTo>
                      <a:pt x="24" y="557"/>
                      <a:pt x="24" y="557"/>
                      <a:pt x="24" y="557"/>
                    </a:cubicBezTo>
                    <a:cubicBezTo>
                      <a:pt x="24" y="557"/>
                      <a:pt x="25" y="557"/>
                      <a:pt x="25" y="557"/>
                    </a:cubicBezTo>
                    <a:cubicBezTo>
                      <a:pt x="67" y="557"/>
                      <a:pt x="101" y="519"/>
                      <a:pt x="101" y="473"/>
                    </a:cubicBezTo>
                    <a:cubicBezTo>
                      <a:pt x="101" y="0"/>
                      <a:pt x="101" y="0"/>
                      <a:pt x="101" y="0"/>
                    </a:cubicBezTo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42"/>
              <p:cNvSpPr/>
              <p:nvPr/>
            </p:nvSpPr>
            <p:spPr>
              <a:xfrm>
                <a:off x="7697462" y="3694958"/>
                <a:ext cx="321300" cy="75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42"/>
              <p:cNvSpPr/>
              <p:nvPr/>
            </p:nvSpPr>
            <p:spPr>
              <a:xfrm>
                <a:off x="7782328" y="3819427"/>
                <a:ext cx="35078" cy="626872"/>
              </a:xfrm>
              <a:custGeom>
                <a:rect b="b" l="l" r="r" t="t"/>
                <a:pathLst>
                  <a:path extrusionOk="0" h="393" w="22">
                    <a:moveTo>
                      <a:pt x="15" y="151"/>
                    </a:moveTo>
                    <a:cubicBezTo>
                      <a:pt x="13" y="151"/>
                      <a:pt x="11" y="149"/>
                      <a:pt x="11" y="147"/>
                    </a:cubicBezTo>
                    <a:cubicBezTo>
                      <a:pt x="11" y="144"/>
                      <a:pt x="13" y="142"/>
                      <a:pt x="15" y="142"/>
                    </a:cubicBezTo>
                    <a:cubicBezTo>
                      <a:pt x="17" y="142"/>
                      <a:pt x="19" y="144"/>
                      <a:pt x="19" y="147"/>
                    </a:cubicBezTo>
                    <a:cubicBezTo>
                      <a:pt x="19" y="149"/>
                      <a:pt x="17" y="151"/>
                      <a:pt x="15" y="151"/>
                    </a:cubicBezTo>
                    <a:moveTo>
                      <a:pt x="11" y="0"/>
                    </a:moveTo>
                    <a:cubicBezTo>
                      <a:pt x="5" y="0"/>
                      <a:pt x="0" y="3"/>
                      <a:pt x="0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8" y="12"/>
                      <a:pt x="11" y="15"/>
                      <a:pt x="11" y="19"/>
                    </a:cubicBezTo>
                    <a:cubicBezTo>
                      <a:pt x="11" y="22"/>
                      <a:pt x="8" y="25"/>
                      <a:pt x="4" y="25"/>
                    </a:cubicBezTo>
                    <a:cubicBezTo>
                      <a:pt x="2" y="25"/>
                      <a:pt x="1" y="25"/>
                      <a:pt x="0" y="24"/>
                    </a:cubicBezTo>
                    <a:cubicBezTo>
                      <a:pt x="0" y="61"/>
                      <a:pt x="0" y="98"/>
                      <a:pt x="0" y="136"/>
                    </a:cubicBezTo>
                    <a:cubicBezTo>
                      <a:pt x="0" y="203"/>
                      <a:pt x="0" y="269"/>
                      <a:pt x="0" y="336"/>
                    </a:cubicBezTo>
                    <a:cubicBezTo>
                      <a:pt x="0" y="351"/>
                      <a:pt x="0" y="367"/>
                      <a:pt x="0" y="382"/>
                    </a:cubicBezTo>
                    <a:cubicBezTo>
                      <a:pt x="0" y="388"/>
                      <a:pt x="4" y="392"/>
                      <a:pt x="9" y="393"/>
                    </a:cubicBezTo>
                    <a:cubicBezTo>
                      <a:pt x="9" y="389"/>
                      <a:pt x="12" y="387"/>
                      <a:pt x="15" y="387"/>
                    </a:cubicBezTo>
                    <a:cubicBezTo>
                      <a:pt x="17" y="387"/>
                      <a:pt x="19" y="387"/>
                      <a:pt x="20" y="389"/>
                    </a:cubicBezTo>
                    <a:cubicBezTo>
                      <a:pt x="21" y="387"/>
                      <a:pt x="22" y="385"/>
                      <a:pt x="22" y="382"/>
                    </a:cubicBezTo>
                    <a:cubicBezTo>
                      <a:pt x="22" y="340"/>
                      <a:pt x="22" y="298"/>
                      <a:pt x="22" y="257"/>
                    </a:cubicBezTo>
                    <a:cubicBezTo>
                      <a:pt x="22" y="244"/>
                      <a:pt x="22" y="232"/>
                      <a:pt x="22" y="220"/>
                    </a:cubicBezTo>
                    <a:cubicBezTo>
                      <a:pt x="21" y="220"/>
                      <a:pt x="20" y="220"/>
                      <a:pt x="19" y="220"/>
                    </a:cubicBezTo>
                    <a:cubicBezTo>
                      <a:pt x="11" y="220"/>
                      <a:pt x="5" y="214"/>
                      <a:pt x="5" y="206"/>
                    </a:cubicBezTo>
                    <a:cubicBezTo>
                      <a:pt x="5" y="198"/>
                      <a:pt x="11" y="192"/>
                      <a:pt x="19" y="192"/>
                    </a:cubicBezTo>
                    <a:cubicBezTo>
                      <a:pt x="20" y="192"/>
                      <a:pt x="21" y="192"/>
                      <a:pt x="22" y="192"/>
                    </a:cubicBezTo>
                    <a:cubicBezTo>
                      <a:pt x="22" y="147"/>
                      <a:pt x="22" y="102"/>
                      <a:pt x="22" y="56"/>
                    </a:cubicBezTo>
                    <a:cubicBezTo>
                      <a:pt x="22" y="41"/>
                      <a:pt x="22" y="26"/>
                      <a:pt x="22" y="10"/>
                    </a:cubicBezTo>
                    <a:cubicBezTo>
                      <a:pt x="22" y="3"/>
                      <a:pt x="16" y="0"/>
                      <a:pt x="1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42"/>
              <p:cNvSpPr/>
              <p:nvPr/>
            </p:nvSpPr>
            <p:spPr>
              <a:xfrm>
                <a:off x="8133108" y="3733430"/>
                <a:ext cx="244414" cy="888259"/>
              </a:xfrm>
              <a:custGeom>
                <a:rect b="b" l="l" r="r" t="t"/>
                <a:pathLst>
                  <a:path extrusionOk="0" h="557" w="153">
                    <a:moveTo>
                      <a:pt x="0" y="0"/>
                    </a:moveTo>
                    <a:cubicBezTo>
                      <a:pt x="0" y="473"/>
                      <a:pt x="0" y="473"/>
                      <a:pt x="0" y="473"/>
                    </a:cubicBezTo>
                    <a:cubicBezTo>
                      <a:pt x="0" y="519"/>
                      <a:pt x="34" y="557"/>
                      <a:pt x="77" y="557"/>
                    </a:cubicBezTo>
                    <a:cubicBezTo>
                      <a:pt x="119" y="557"/>
                      <a:pt x="153" y="519"/>
                      <a:pt x="153" y="47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42"/>
              <p:cNvSpPr/>
              <p:nvPr/>
            </p:nvSpPr>
            <p:spPr>
              <a:xfrm>
                <a:off x="8190817" y="4335408"/>
                <a:ext cx="12300" cy="13800"/>
              </a:xfrm>
              <a:prstGeom prst="ellipse">
                <a:avLst/>
              </a:prstGeom>
              <a:solidFill>
                <a:srgbClr val="CA204F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42"/>
              <p:cNvSpPr/>
              <p:nvPr/>
            </p:nvSpPr>
            <p:spPr>
              <a:xfrm>
                <a:off x="8151213" y="3795665"/>
                <a:ext cx="210468" cy="763788"/>
              </a:xfrm>
              <a:custGeom>
                <a:rect b="b" l="l" r="r" t="t"/>
                <a:pathLst>
                  <a:path extrusionOk="0" h="479" w="132">
                    <a:moveTo>
                      <a:pt x="0" y="0"/>
                    </a:moveTo>
                    <a:cubicBezTo>
                      <a:pt x="0" y="407"/>
                      <a:pt x="0" y="407"/>
                      <a:pt x="0" y="407"/>
                    </a:cubicBezTo>
                    <a:cubicBezTo>
                      <a:pt x="0" y="446"/>
                      <a:pt x="29" y="479"/>
                      <a:pt x="66" y="479"/>
                    </a:cubicBezTo>
                    <a:cubicBezTo>
                      <a:pt x="102" y="479"/>
                      <a:pt x="132" y="446"/>
                      <a:pt x="132" y="40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42"/>
              <p:cNvSpPr/>
              <p:nvPr/>
            </p:nvSpPr>
            <p:spPr>
              <a:xfrm>
                <a:off x="8191949" y="4439510"/>
                <a:ext cx="22631" cy="18105"/>
              </a:xfrm>
              <a:custGeom>
                <a:rect b="b" l="l" r="r" t="t"/>
                <a:pathLst>
                  <a:path extrusionOk="0" h="11" w="14">
                    <a:moveTo>
                      <a:pt x="12" y="0"/>
                    </a:moveTo>
                    <a:cubicBezTo>
                      <a:pt x="10" y="2"/>
                      <a:pt x="6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3" y="11"/>
                      <a:pt x="7" y="11"/>
                    </a:cubicBezTo>
                    <a:cubicBezTo>
                      <a:pt x="11" y="11"/>
                      <a:pt x="14" y="8"/>
                      <a:pt x="14" y="4"/>
                    </a:cubicBezTo>
                    <a:cubicBezTo>
                      <a:pt x="14" y="2"/>
                      <a:pt x="13" y="1"/>
                      <a:pt x="12" y="0"/>
                    </a:cubicBezTo>
                  </a:path>
                </a:pathLst>
              </a:custGeom>
              <a:solidFill>
                <a:srgbClr val="835C67">
                  <a:alpha val="23420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42"/>
              <p:cNvSpPr/>
              <p:nvPr/>
            </p:nvSpPr>
            <p:spPr>
              <a:xfrm>
                <a:off x="8254184" y="4621688"/>
                <a:ext cx="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E3DD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42"/>
              <p:cNvSpPr/>
              <p:nvPr/>
            </p:nvSpPr>
            <p:spPr>
              <a:xfrm>
                <a:off x="8215711" y="3733430"/>
                <a:ext cx="161812" cy="888259"/>
              </a:xfrm>
              <a:custGeom>
                <a:rect b="b" l="l" r="r" t="t"/>
                <a:pathLst>
                  <a:path extrusionOk="0" h="557" w="101">
                    <a:moveTo>
                      <a:pt x="101" y="0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1" y="446"/>
                      <a:pt x="91" y="446"/>
                      <a:pt x="91" y="446"/>
                    </a:cubicBezTo>
                    <a:cubicBezTo>
                      <a:pt x="91" y="480"/>
                      <a:pt x="69" y="508"/>
                      <a:pt x="40" y="516"/>
                    </a:cubicBezTo>
                    <a:cubicBezTo>
                      <a:pt x="31" y="533"/>
                      <a:pt x="17" y="546"/>
                      <a:pt x="0" y="552"/>
                    </a:cubicBezTo>
                    <a:cubicBezTo>
                      <a:pt x="7" y="555"/>
                      <a:pt x="16" y="557"/>
                      <a:pt x="24" y="557"/>
                    </a:cubicBezTo>
                    <a:cubicBezTo>
                      <a:pt x="24" y="557"/>
                      <a:pt x="24" y="557"/>
                      <a:pt x="24" y="557"/>
                    </a:cubicBezTo>
                    <a:cubicBezTo>
                      <a:pt x="24" y="557"/>
                      <a:pt x="24" y="557"/>
                      <a:pt x="25" y="557"/>
                    </a:cubicBezTo>
                    <a:cubicBezTo>
                      <a:pt x="67" y="557"/>
                      <a:pt x="101" y="519"/>
                      <a:pt x="101" y="473"/>
                    </a:cubicBezTo>
                    <a:cubicBezTo>
                      <a:pt x="101" y="0"/>
                      <a:pt x="101" y="0"/>
                      <a:pt x="101" y="0"/>
                    </a:cubicBezTo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42"/>
              <p:cNvSpPr/>
              <p:nvPr/>
            </p:nvSpPr>
            <p:spPr>
              <a:xfrm>
                <a:off x="8094635" y="3694958"/>
                <a:ext cx="320400" cy="759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42"/>
              <p:cNvSpPr/>
              <p:nvPr/>
            </p:nvSpPr>
            <p:spPr>
              <a:xfrm>
                <a:off x="8179502" y="3819427"/>
                <a:ext cx="35078" cy="626872"/>
              </a:xfrm>
              <a:custGeom>
                <a:rect b="b" l="l" r="r" t="t"/>
                <a:pathLst>
                  <a:path extrusionOk="0" h="393" w="22">
                    <a:moveTo>
                      <a:pt x="15" y="151"/>
                    </a:moveTo>
                    <a:cubicBezTo>
                      <a:pt x="13" y="151"/>
                      <a:pt x="11" y="149"/>
                      <a:pt x="11" y="147"/>
                    </a:cubicBezTo>
                    <a:cubicBezTo>
                      <a:pt x="11" y="144"/>
                      <a:pt x="13" y="142"/>
                      <a:pt x="15" y="142"/>
                    </a:cubicBezTo>
                    <a:cubicBezTo>
                      <a:pt x="17" y="142"/>
                      <a:pt x="19" y="144"/>
                      <a:pt x="19" y="147"/>
                    </a:cubicBezTo>
                    <a:cubicBezTo>
                      <a:pt x="19" y="149"/>
                      <a:pt x="17" y="151"/>
                      <a:pt x="15" y="151"/>
                    </a:cubicBezTo>
                    <a:moveTo>
                      <a:pt x="11" y="0"/>
                    </a:moveTo>
                    <a:cubicBezTo>
                      <a:pt x="5" y="0"/>
                      <a:pt x="0" y="3"/>
                      <a:pt x="0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1" y="13"/>
                      <a:pt x="2" y="12"/>
                      <a:pt x="4" y="12"/>
                    </a:cubicBezTo>
                    <a:cubicBezTo>
                      <a:pt x="8" y="12"/>
                      <a:pt x="11" y="15"/>
                      <a:pt x="11" y="19"/>
                    </a:cubicBezTo>
                    <a:cubicBezTo>
                      <a:pt x="11" y="22"/>
                      <a:pt x="8" y="25"/>
                      <a:pt x="4" y="25"/>
                    </a:cubicBezTo>
                    <a:cubicBezTo>
                      <a:pt x="2" y="25"/>
                      <a:pt x="1" y="25"/>
                      <a:pt x="0" y="24"/>
                    </a:cubicBezTo>
                    <a:cubicBezTo>
                      <a:pt x="0" y="61"/>
                      <a:pt x="0" y="98"/>
                      <a:pt x="0" y="136"/>
                    </a:cubicBezTo>
                    <a:cubicBezTo>
                      <a:pt x="0" y="203"/>
                      <a:pt x="0" y="269"/>
                      <a:pt x="0" y="336"/>
                    </a:cubicBezTo>
                    <a:cubicBezTo>
                      <a:pt x="0" y="351"/>
                      <a:pt x="0" y="367"/>
                      <a:pt x="0" y="382"/>
                    </a:cubicBezTo>
                    <a:cubicBezTo>
                      <a:pt x="0" y="388"/>
                      <a:pt x="4" y="392"/>
                      <a:pt x="8" y="393"/>
                    </a:cubicBezTo>
                    <a:cubicBezTo>
                      <a:pt x="9" y="389"/>
                      <a:pt x="12" y="387"/>
                      <a:pt x="15" y="387"/>
                    </a:cubicBezTo>
                    <a:cubicBezTo>
                      <a:pt x="17" y="387"/>
                      <a:pt x="19" y="387"/>
                      <a:pt x="20" y="389"/>
                    </a:cubicBezTo>
                    <a:cubicBezTo>
                      <a:pt x="21" y="387"/>
                      <a:pt x="22" y="385"/>
                      <a:pt x="22" y="382"/>
                    </a:cubicBezTo>
                    <a:cubicBezTo>
                      <a:pt x="22" y="340"/>
                      <a:pt x="22" y="298"/>
                      <a:pt x="22" y="257"/>
                    </a:cubicBezTo>
                    <a:cubicBezTo>
                      <a:pt x="22" y="244"/>
                      <a:pt x="22" y="232"/>
                      <a:pt x="22" y="220"/>
                    </a:cubicBezTo>
                    <a:cubicBezTo>
                      <a:pt x="21" y="220"/>
                      <a:pt x="20" y="220"/>
                      <a:pt x="19" y="220"/>
                    </a:cubicBezTo>
                    <a:cubicBezTo>
                      <a:pt x="11" y="220"/>
                      <a:pt x="5" y="214"/>
                      <a:pt x="5" y="206"/>
                    </a:cubicBezTo>
                    <a:cubicBezTo>
                      <a:pt x="5" y="198"/>
                      <a:pt x="11" y="192"/>
                      <a:pt x="19" y="192"/>
                    </a:cubicBezTo>
                    <a:cubicBezTo>
                      <a:pt x="20" y="192"/>
                      <a:pt x="21" y="192"/>
                      <a:pt x="22" y="192"/>
                    </a:cubicBezTo>
                    <a:cubicBezTo>
                      <a:pt x="22" y="147"/>
                      <a:pt x="22" y="102"/>
                      <a:pt x="22" y="56"/>
                    </a:cubicBezTo>
                    <a:cubicBezTo>
                      <a:pt x="22" y="41"/>
                      <a:pt x="22" y="26"/>
                      <a:pt x="22" y="10"/>
                    </a:cubicBezTo>
                    <a:cubicBezTo>
                      <a:pt x="22" y="3"/>
                      <a:pt x="16" y="0"/>
                      <a:pt x="1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42"/>
              <p:cNvSpPr/>
              <p:nvPr/>
            </p:nvSpPr>
            <p:spPr>
              <a:xfrm>
                <a:off x="7519809" y="3889582"/>
                <a:ext cx="1076100" cy="48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42"/>
              <p:cNvSpPr/>
              <p:nvPr/>
            </p:nvSpPr>
            <p:spPr>
              <a:xfrm>
                <a:off x="7563939" y="3938239"/>
                <a:ext cx="985579" cy="807919"/>
              </a:xfrm>
              <a:custGeom>
                <a:rect b="b" l="l" r="r" t="t"/>
                <a:pathLst>
                  <a:path extrusionOk="0" h="506" w="618">
                    <a:moveTo>
                      <a:pt x="493" y="506"/>
                    </a:moveTo>
                    <a:cubicBezTo>
                      <a:pt x="125" y="506"/>
                      <a:pt x="125" y="506"/>
                      <a:pt x="125" y="506"/>
                    </a:cubicBezTo>
                    <a:cubicBezTo>
                      <a:pt x="56" y="506"/>
                      <a:pt x="0" y="450"/>
                      <a:pt x="0" y="38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381"/>
                      <a:pt x="36" y="381"/>
                      <a:pt x="36" y="381"/>
                    </a:cubicBezTo>
                    <a:cubicBezTo>
                      <a:pt x="36" y="430"/>
                      <a:pt x="76" y="471"/>
                      <a:pt x="125" y="471"/>
                    </a:cubicBezTo>
                    <a:cubicBezTo>
                      <a:pt x="493" y="471"/>
                      <a:pt x="493" y="471"/>
                      <a:pt x="493" y="471"/>
                    </a:cubicBezTo>
                    <a:cubicBezTo>
                      <a:pt x="542" y="471"/>
                      <a:pt x="582" y="430"/>
                      <a:pt x="582" y="381"/>
                    </a:cubicBezTo>
                    <a:cubicBezTo>
                      <a:pt x="582" y="0"/>
                      <a:pt x="582" y="0"/>
                      <a:pt x="582" y="0"/>
                    </a:cubicBezTo>
                    <a:cubicBezTo>
                      <a:pt x="618" y="0"/>
                      <a:pt x="618" y="0"/>
                      <a:pt x="618" y="0"/>
                    </a:cubicBezTo>
                    <a:cubicBezTo>
                      <a:pt x="618" y="381"/>
                      <a:pt x="618" y="381"/>
                      <a:pt x="618" y="381"/>
                    </a:cubicBezTo>
                    <a:cubicBezTo>
                      <a:pt x="618" y="450"/>
                      <a:pt x="562" y="506"/>
                      <a:pt x="493" y="5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2400" lIns="84800" spcFirstLastPara="1" rIns="84800" wrap="square" tIns="424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6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/>
          <p:cNvSpPr txBox="1"/>
          <p:nvPr>
            <p:ph type="title"/>
          </p:nvPr>
        </p:nvSpPr>
        <p:spPr>
          <a:xfrm>
            <a:off x="720000" y="445025"/>
            <a:ext cx="38520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Takeaways </a:t>
            </a:r>
            <a:endParaRPr/>
          </a:p>
        </p:txBody>
      </p:sp>
      <p:sp>
        <p:nvSpPr>
          <p:cNvPr id="926" name="Google Shape;926;p43"/>
          <p:cNvSpPr txBox="1"/>
          <p:nvPr>
            <p:ph idx="1" type="body"/>
          </p:nvPr>
        </p:nvSpPr>
        <p:spPr>
          <a:xfrm>
            <a:off x="841000" y="1215759"/>
            <a:ext cx="3297000" cy="24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CKD rarely exists alone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Strong overlap with diabetes, hypertension, and anemia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Data quality determines model quality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1,009 missing cells required strategic imputation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Preserving group differences was critical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3. Screening Should Prioritize: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Hypertensive patients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Diabetic patients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Patients with dropping hemoglobin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4. Big Picture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Routine lab data can power early CKD detection, but only if cleaned and interpreted correctly.</a:t>
            </a:r>
            <a:endParaRPr/>
          </a:p>
        </p:txBody>
      </p:sp>
      <p:grpSp>
        <p:nvGrpSpPr>
          <p:cNvPr id="927" name="Google Shape;927;p43"/>
          <p:cNvGrpSpPr/>
          <p:nvPr/>
        </p:nvGrpSpPr>
        <p:grpSpPr>
          <a:xfrm>
            <a:off x="5527478" y="1006144"/>
            <a:ext cx="3189017" cy="3131210"/>
            <a:chOff x="1509925" y="1019416"/>
            <a:chExt cx="3694413" cy="3627444"/>
          </a:xfrm>
        </p:grpSpPr>
        <p:grpSp>
          <p:nvGrpSpPr>
            <p:cNvPr id="928" name="Google Shape;928;p43"/>
            <p:cNvGrpSpPr/>
            <p:nvPr/>
          </p:nvGrpSpPr>
          <p:grpSpPr>
            <a:xfrm>
              <a:off x="1509925" y="1019416"/>
              <a:ext cx="2176582" cy="3309849"/>
              <a:chOff x="6685107" y="211567"/>
              <a:chExt cx="1678554" cy="2552517"/>
            </a:xfrm>
          </p:grpSpPr>
          <p:sp>
            <p:nvSpPr>
              <p:cNvPr id="929" name="Google Shape;929;p43"/>
              <p:cNvSpPr/>
              <p:nvPr/>
            </p:nvSpPr>
            <p:spPr>
              <a:xfrm>
                <a:off x="6685107" y="492444"/>
                <a:ext cx="1678554" cy="2271640"/>
              </a:xfrm>
              <a:custGeom>
                <a:rect b="b" l="l" r="r" t="t"/>
                <a:pathLst>
                  <a:path extrusionOk="0" h="1440" w="1065">
                    <a:moveTo>
                      <a:pt x="1065" y="1390"/>
                    </a:moveTo>
                    <a:cubicBezTo>
                      <a:pt x="1065" y="1417"/>
                      <a:pt x="1042" y="1440"/>
                      <a:pt x="1015" y="1440"/>
                    </a:cubicBezTo>
                    <a:cubicBezTo>
                      <a:pt x="49" y="1440"/>
                      <a:pt x="49" y="1440"/>
                      <a:pt x="49" y="1440"/>
                    </a:cubicBezTo>
                    <a:cubicBezTo>
                      <a:pt x="22" y="1440"/>
                      <a:pt x="0" y="1417"/>
                      <a:pt x="0" y="139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23"/>
                      <a:pt x="22" y="0"/>
                      <a:pt x="49" y="0"/>
                    </a:cubicBezTo>
                    <a:cubicBezTo>
                      <a:pt x="1015" y="0"/>
                      <a:pt x="1015" y="0"/>
                      <a:pt x="1015" y="0"/>
                    </a:cubicBezTo>
                    <a:cubicBezTo>
                      <a:pt x="1042" y="0"/>
                      <a:pt x="1065" y="23"/>
                      <a:pt x="1065" y="50"/>
                    </a:cubicBezTo>
                    <a:cubicBezTo>
                      <a:pt x="1065" y="1390"/>
                      <a:pt x="1065" y="1390"/>
                      <a:pt x="1065" y="139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43"/>
              <p:cNvSpPr/>
              <p:nvPr/>
            </p:nvSpPr>
            <p:spPr>
              <a:xfrm>
                <a:off x="6871842" y="729325"/>
                <a:ext cx="1413600" cy="1917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43"/>
              <p:cNvSpPr/>
              <p:nvPr/>
            </p:nvSpPr>
            <p:spPr>
              <a:xfrm>
                <a:off x="6762321" y="580848"/>
                <a:ext cx="1523100" cy="2065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43"/>
              <p:cNvSpPr/>
              <p:nvPr/>
            </p:nvSpPr>
            <p:spPr>
              <a:xfrm>
                <a:off x="6990604" y="211567"/>
                <a:ext cx="1067561" cy="436423"/>
              </a:xfrm>
              <a:custGeom>
                <a:rect b="b" l="l" r="r" t="t"/>
                <a:pathLst>
                  <a:path extrusionOk="0" h="277" w="677">
                    <a:moveTo>
                      <a:pt x="659" y="244"/>
                    </a:moveTo>
                    <a:cubicBezTo>
                      <a:pt x="630" y="177"/>
                      <a:pt x="630" y="177"/>
                      <a:pt x="630" y="177"/>
                    </a:cubicBezTo>
                    <a:cubicBezTo>
                      <a:pt x="613" y="158"/>
                      <a:pt x="577" y="143"/>
                      <a:pt x="552" y="143"/>
                    </a:cubicBezTo>
                    <a:cubicBezTo>
                      <a:pt x="401" y="143"/>
                      <a:pt x="401" y="143"/>
                      <a:pt x="401" y="143"/>
                    </a:cubicBezTo>
                    <a:cubicBezTo>
                      <a:pt x="401" y="56"/>
                      <a:pt x="401" y="56"/>
                      <a:pt x="401" y="56"/>
                    </a:cubicBezTo>
                    <a:cubicBezTo>
                      <a:pt x="401" y="25"/>
                      <a:pt x="376" y="0"/>
                      <a:pt x="345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00" y="0"/>
                      <a:pt x="275" y="25"/>
                      <a:pt x="275" y="56"/>
                    </a:cubicBezTo>
                    <a:cubicBezTo>
                      <a:pt x="275" y="143"/>
                      <a:pt x="275" y="143"/>
                      <a:pt x="275" y="143"/>
                    </a:cubicBezTo>
                    <a:cubicBezTo>
                      <a:pt x="125" y="143"/>
                      <a:pt x="125" y="143"/>
                      <a:pt x="125" y="143"/>
                    </a:cubicBezTo>
                    <a:cubicBezTo>
                      <a:pt x="99" y="143"/>
                      <a:pt x="64" y="158"/>
                      <a:pt x="46" y="177"/>
                    </a:cubicBezTo>
                    <a:cubicBezTo>
                      <a:pt x="17" y="244"/>
                      <a:pt x="17" y="244"/>
                      <a:pt x="17" y="244"/>
                    </a:cubicBezTo>
                    <a:cubicBezTo>
                      <a:pt x="0" y="262"/>
                      <a:pt x="6" y="277"/>
                      <a:pt x="32" y="277"/>
                    </a:cubicBezTo>
                    <a:cubicBezTo>
                      <a:pt x="645" y="277"/>
                      <a:pt x="645" y="277"/>
                      <a:pt x="645" y="277"/>
                    </a:cubicBezTo>
                    <a:cubicBezTo>
                      <a:pt x="670" y="277"/>
                      <a:pt x="677" y="262"/>
                      <a:pt x="659" y="244"/>
                    </a:cubicBezTo>
                    <a:close/>
                    <a:moveTo>
                      <a:pt x="338" y="101"/>
                    </a:moveTo>
                    <a:cubicBezTo>
                      <a:pt x="318" y="101"/>
                      <a:pt x="301" y="85"/>
                      <a:pt x="301" y="64"/>
                    </a:cubicBezTo>
                    <a:cubicBezTo>
                      <a:pt x="301" y="44"/>
                      <a:pt x="318" y="27"/>
                      <a:pt x="338" y="27"/>
                    </a:cubicBezTo>
                    <a:cubicBezTo>
                      <a:pt x="359" y="27"/>
                      <a:pt x="375" y="44"/>
                      <a:pt x="375" y="64"/>
                    </a:cubicBezTo>
                    <a:cubicBezTo>
                      <a:pt x="375" y="85"/>
                      <a:pt x="359" y="101"/>
                      <a:pt x="338" y="1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43"/>
              <p:cNvSpPr/>
              <p:nvPr/>
            </p:nvSpPr>
            <p:spPr>
              <a:xfrm>
                <a:off x="6990604" y="580848"/>
                <a:ext cx="1067561" cy="67142"/>
              </a:xfrm>
              <a:custGeom>
                <a:rect b="b" l="l" r="r" t="t"/>
                <a:pathLst>
                  <a:path extrusionOk="0" h="43" w="677">
                    <a:moveTo>
                      <a:pt x="17" y="10"/>
                    </a:moveTo>
                    <a:cubicBezTo>
                      <a:pt x="0" y="28"/>
                      <a:pt x="6" y="43"/>
                      <a:pt x="32" y="43"/>
                    </a:cubicBezTo>
                    <a:cubicBezTo>
                      <a:pt x="645" y="43"/>
                      <a:pt x="645" y="43"/>
                      <a:pt x="645" y="43"/>
                    </a:cubicBezTo>
                    <a:cubicBezTo>
                      <a:pt x="670" y="43"/>
                      <a:pt x="677" y="28"/>
                      <a:pt x="659" y="10"/>
                    </a:cubicBezTo>
                    <a:cubicBezTo>
                      <a:pt x="655" y="0"/>
                      <a:pt x="655" y="0"/>
                      <a:pt x="655" y="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43"/>
              <p:cNvSpPr/>
              <p:nvPr/>
            </p:nvSpPr>
            <p:spPr>
              <a:xfrm>
                <a:off x="7595768" y="1338988"/>
                <a:ext cx="213958" cy="1307607"/>
              </a:xfrm>
              <a:custGeom>
                <a:rect b="b" l="l" r="r" t="t"/>
                <a:pathLst>
                  <a:path extrusionOk="0" h="893" w="146">
                    <a:moveTo>
                      <a:pt x="146" y="0"/>
                    </a:moveTo>
                    <a:cubicBezTo>
                      <a:pt x="146" y="0"/>
                      <a:pt x="0" y="47"/>
                      <a:pt x="0" y="155"/>
                    </a:cubicBezTo>
                    <a:cubicBezTo>
                      <a:pt x="0" y="263"/>
                      <a:pt x="0" y="893"/>
                      <a:pt x="0" y="893"/>
                    </a:cubicBezTo>
                    <a:cubicBezTo>
                      <a:pt x="48" y="893"/>
                      <a:pt x="48" y="893"/>
                      <a:pt x="48" y="893"/>
                    </a:cubicBezTo>
                    <a:cubicBezTo>
                      <a:pt x="48" y="155"/>
                      <a:pt x="48" y="155"/>
                      <a:pt x="48" y="155"/>
                    </a:cubicBezTo>
                    <a:cubicBezTo>
                      <a:pt x="48" y="155"/>
                      <a:pt x="57" y="54"/>
                      <a:pt x="1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43"/>
              <p:cNvSpPr/>
              <p:nvPr/>
            </p:nvSpPr>
            <p:spPr>
              <a:xfrm>
                <a:off x="7644583" y="1338988"/>
                <a:ext cx="165142" cy="1307607"/>
              </a:xfrm>
              <a:custGeom>
                <a:rect b="b" l="l" r="r" t="t"/>
                <a:pathLst>
                  <a:path extrusionOk="0" h="893" w="113">
                    <a:moveTo>
                      <a:pt x="48" y="31"/>
                    </a:moveTo>
                    <a:cubicBezTo>
                      <a:pt x="5" y="87"/>
                      <a:pt x="0" y="147"/>
                      <a:pt x="0" y="147"/>
                    </a:cubicBezTo>
                    <a:cubicBezTo>
                      <a:pt x="0" y="893"/>
                      <a:pt x="0" y="893"/>
                      <a:pt x="0" y="893"/>
                    </a:cubicBezTo>
                    <a:cubicBezTo>
                      <a:pt x="15" y="893"/>
                      <a:pt x="15" y="893"/>
                      <a:pt x="15" y="893"/>
                    </a:cubicBezTo>
                    <a:cubicBezTo>
                      <a:pt x="15" y="155"/>
                      <a:pt x="15" y="155"/>
                      <a:pt x="15" y="155"/>
                    </a:cubicBezTo>
                    <a:cubicBezTo>
                      <a:pt x="15" y="155"/>
                      <a:pt x="24" y="54"/>
                      <a:pt x="113" y="0"/>
                    </a:cubicBezTo>
                    <a:cubicBezTo>
                      <a:pt x="113" y="0"/>
                      <a:pt x="82" y="10"/>
                      <a:pt x="48" y="31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43"/>
              <p:cNvSpPr/>
              <p:nvPr/>
            </p:nvSpPr>
            <p:spPr>
              <a:xfrm>
                <a:off x="7613425" y="1153078"/>
                <a:ext cx="310551" cy="185911"/>
              </a:xfrm>
              <a:custGeom>
                <a:rect b="b" l="l" r="r" t="t"/>
                <a:pathLst>
                  <a:path extrusionOk="0" h="127" w="212">
                    <a:moveTo>
                      <a:pt x="28" y="0"/>
                    </a:moveTo>
                    <a:cubicBezTo>
                      <a:pt x="28" y="0"/>
                      <a:pt x="128" y="80"/>
                      <a:pt x="206" y="53"/>
                    </a:cubicBezTo>
                    <a:cubicBezTo>
                      <a:pt x="212" y="77"/>
                      <a:pt x="212" y="77"/>
                      <a:pt x="212" y="77"/>
                    </a:cubicBezTo>
                    <a:cubicBezTo>
                      <a:pt x="212" y="77"/>
                      <a:pt x="96" y="127"/>
                      <a:pt x="0" y="37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43"/>
              <p:cNvSpPr/>
              <p:nvPr/>
            </p:nvSpPr>
            <p:spPr>
              <a:xfrm>
                <a:off x="7613425" y="1194622"/>
                <a:ext cx="310551" cy="144367"/>
              </a:xfrm>
              <a:custGeom>
                <a:rect b="b" l="l" r="r" t="t"/>
                <a:pathLst>
                  <a:path extrusionOk="0" h="99" w="212">
                    <a:moveTo>
                      <a:pt x="7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96" y="99"/>
                      <a:pt x="212" y="49"/>
                      <a:pt x="212" y="49"/>
                    </a:cubicBezTo>
                    <a:cubicBezTo>
                      <a:pt x="209" y="36"/>
                      <a:pt x="209" y="36"/>
                      <a:pt x="209" y="36"/>
                    </a:cubicBezTo>
                    <a:cubicBezTo>
                      <a:pt x="190" y="43"/>
                      <a:pt x="92" y="74"/>
                      <a:pt x="7" y="0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43"/>
              <p:cNvSpPr/>
              <p:nvPr/>
            </p:nvSpPr>
            <p:spPr>
              <a:xfrm>
                <a:off x="7616540" y="1225780"/>
                <a:ext cx="294972" cy="175525"/>
              </a:xfrm>
              <a:custGeom>
                <a:rect b="b" l="l" r="r" t="t"/>
                <a:pathLst>
                  <a:path extrusionOk="0" h="120" w="202">
                    <a:moveTo>
                      <a:pt x="4" y="48"/>
                    </a:moveTo>
                    <a:cubicBezTo>
                      <a:pt x="4" y="48"/>
                      <a:pt x="132" y="64"/>
                      <a:pt x="184" y="0"/>
                    </a:cubicBezTo>
                    <a:cubicBezTo>
                      <a:pt x="202" y="17"/>
                      <a:pt x="202" y="17"/>
                      <a:pt x="202" y="17"/>
                    </a:cubicBezTo>
                    <a:cubicBezTo>
                      <a:pt x="202" y="17"/>
                      <a:pt x="129" y="120"/>
                      <a:pt x="0" y="94"/>
                    </a:cubicBezTo>
                    <a:lnTo>
                      <a:pt x="4" y="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43"/>
              <p:cNvSpPr/>
              <p:nvPr/>
            </p:nvSpPr>
            <p:spPr>
              <a:xfrm>
                <a:off x="7616540" y="1237205"/>
                <a:ext cx="294972" cy="164100"/>
              </a:xfrm>
              <a:custGeom>
                <a:rect b="b" l="l" r="r" t="t"/>
                <a:pathLst>
                  <a:path extrusionOk="0" h="112" w="202">
                    <a:moveTo>
                      <a:pt x="1" y="75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129" y="112"/>
                      <a:pt x="202" y="9"/>
                      <a:pt x="202" y="9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79" y="16"/>
                      <a:pt x="112" y="93"/>
                      <a:pt x="1" y="75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3"/>
              <p:cNvSpPr/>
              <p:nvPr/>
            </p:nvSpPr>
            <p:spPr>
              <a:xfrm>
                <a:off x="7553183" y="841495"/>
                <a:ext cx="658493" cy="927476"/>
              </a:xfrm>
              <a:custGeom>
                <a:rect b="b" l="l" r="r" t="t"/>
                <a:pathLst>
                  <a:path extrusionOk="0" h="633" w="450">
                    <a:moveTo>
                      <a:pt x="209" y="297"/>
                    </a:moveTo>
                    <a:cubicBezTo>
                      <a:pt x="209" y="297"/>
                      <a:pt x="124" y="266"/>
                      <a:pt x="114" y="180"/>
                    </a:cubicBezTo>
                    <a:cubicBezTo>
                      <a:pt x="104" y="93"/>
                      <a:pt x="187" y="0"/>
                      <a:pt x="288" y="48"/>
                    </a:cubicBezTo>
                    <a:cubicBezTo>
                      <a:pt x="390" y="96"/>
                      <a:pt x="450" y="249"/>
                      <a:pt x="431" y="382"/>
                    </a:cubicBezTo>
                    <a:cubicBezTo>
                      <a:pt x="415" y="494"/>
                      <a:pt x="353" y="633"/>
                      <a:pt x="236" y="629"/>
                    </a:cubicBezTo>
                    <a:cubicBezTo>
                      <a:pt x="130" y="626"/>
                      <a:pt x="0" y="441"/>
                      <a:pt x="209" y="2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3"/>
              <p:cNvSpPr/>
              <p:nvPr/>
            </p:nvSpPr>
            <p:spPr>
              <a:xfrm>
                <a:off x="7646661" y="877846"/>
                <a:ext cx="531780" cy="845428"/>
              </a:xfrm>
              <a:custGeom>
                <a:rect b="b" l="l" r="r" t="t"/>
                <a:pathLst>
                  <a:path extrusionOk="0" h="577" w="363">
                    <a:moveTo>
                      <a:pt x="168" y="269"/>
                    </a:moveTo>
                    <a:cubicBezTo>
                      <a:pt x="168" y="269"/>
                      <a:pt x="98" y="239"/>
                      <a:pt x="88" y="160"/>
                    </a:cubicBezTo>
                    <a:cubicBezTo>
                      <a:pt x="78" y="82"/>
                      <a:pt x="144" y="0"/>
                      <a:pt x="228" y="46"/>
                    </a:cubicBezTo>
                    <a:cubicBezTo>
                      <a:pt x="311" y="92"/>
                      <a:pt x="363" y="232"/>
                      <a:pt x="350" y="352"/>
                    </a:cubicBezTo>
                    <a:cubicBezTo>
                      <a:pt x="339" y="453"/>
                      <a:pt x="292" y="577"/>
                      <a:pt x="197" y="571"/>
                    </a:cubicBezTo>
                    <a:cubicBezTo>
                      <a:pt x="110" y="564"/>
                      <a:pt x="0" y="393"/>
                      <a:pt x="168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3"/>
              <p:cNvSpPr/>
              <p:nvPr/>
            </p:nvSpPr>
            <p:spPr>
              <a:xfrm>
                <a:off x="7796223" y="1014943"/>
                <a:ext cx="108017" cy="162023"/>
              </a:xfrm>
              <a:custGeom>
                <a:rect b="b" l="l" r="r" t="t"/>
                <a:pathLst>
                  <a:path extrusionOk="0" h="111" w="74">
                    <a:moveTo>
                      <a:pt x="31" y="0"/>
                    </a:moveTo>
                    <a:cubicBezTo>
                      <a:pt x="29" y="0"/>
                      <a:pt x="28" y="0"/>
                      <a:pt x="26" y="0"/>
                    </a:cubicBezTo>
                    <a:cubicBezTo>
                      <a:pt x="9" y="6"/>
                      <a:pt x="0" y="34"/>
                      <a:pt x="6" y="65"/>
                    </a:cubicBezTo>
                    <a:cubicBezTo>
                      <a:pt x="12" y="92"/>
                      <a:pt x="27" y="111"/>
                      <a:pt x="43" y="111"/>
                    </a:cubicBezTo>
                    <a:cubicBezTo>
                      <a:pt x="45" y="111"/>
                      <a:pt x="47" y="111"/>
                      <a:pt x="48" y="110"/>
                    </a:cubicBezTo>
                    <a:cubicBezTo>
                      <a:pt x="65" y="105"/>
                      <a:pt x="74" y="76"/>
                      <a:pt x="68" y="46"/>
                    </a:cubicBezTo>
                    <a:cubicBezTo>
                      <a:pt x="62" y="19"/>
                      <a:pt x="47" y="0"/>
                      <a:pt x="3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3"/>
              <p:cNvSpPr/>
              <p:nvPr/>
            </p:nvSpPr>
            <p:spPr>
              <a:xfrm>
                <a:off x="7787914" y="1402343"/>
                <a:ext cx="202533" cy="267960"/>
              </a:xfrm>
              <a:custGeom>
                <a:rect b="b" l="l" r="r" t="t"/>
                <a:pathLst>
                  <a:path extrusionOk="0" h="183" w="139">
                    <a:moveTo>
                      <a:pt x="51" y="0"/>
                    </a:moveTo>
                    <a:cubicBezTo>
                      <a:pt x="44" y="0"/>
                      <a:pt x="37" y="2"/>
                      <a:pt x="31" y="6"/>
                    </a:cubicBezTo>
                    <a:cubicBezTo>
                      <a:pt x="4" y="24"/>
                      <a:pt x="0" y="77"/>
                      <a:pt x="21" y="124"/>
                    </a:cubicBezTo>
                    <a:cubicBezTo>
                      <a:pt x="38" y="161"/>
                      <a:pt x="65" y="183"/>
                      <a:pt x="89" y="183"/>
                    </a:cubicBezTo>
                    <a:cubicBezTo>
                      <a:pt x="96" y="183"/>
                      <a:pt x="102" y="181"/>
                      <a:pt x="109" y="177"/>
                    </a:cubicBezTo>
                    <a:cubicBezTo>
                      <a:pt x="135" y="159"/>
                      <a:pt x="139" y="106"/>
                      <a:pt x="118" y="59"/>
                    </a:cubicBezTo>
                    <a:cubicBezTo>
                      <a:pt x="101" y="23"/>
                      <a:pt x="74" y="0"/>
                      <a:pt x="51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43"/>
              <p:cNvSpPr/>
              <p:nvPr/>
            </p:nvSpPr>
            <p:spPr>
              <a:xfrm>
                <a:off x="7347535" y="1338988"/>
                <a:ext cx="214997" cy="1307607"/>
              </a:xfrm>
              <a:custGeom>
                <a:rect b="b" l="l" r="r" t="t"/>
                <a:pathLst>
                  <a:path extrusionOk="0" h="893" w="147">
                    <a:moveTo>
                      <a:pt x="0" y="0"/>
                    </a:moveTo>
                    <a:cubicBezTo>
                      <a:pt x="0" y="0"/>
                      <a:pt x="147" y="47"/>
                      <a:pt x="147" y="155"/>
                    </a:cubicBezTo>
                    <a:cubicBezTo>
                      <a:pt x="147" y="263"/>
                      <a:pt x="147" y="893"/>
                      <a:pt x="147" y="893"/>
                    </a:cubicBezTo>
                    <a:cubicBezTo>
                      <a:pt x="99" y="893"/>
                      <a:pt x="99" y="893"/>
                      <a:pt x="99" y="893"/>
                    </a:cubicBezTo>
                    <a:cubicBezTo>
                      <a:pt x="99" y="155"/>
                      <a:pt x="99" y="155"/>
                      <a:pt x="99" y="155"/>
                    </a:cubicBezTo>
                    <a:cubicBezTo>
                      <a:pt x="99" y="155"/>
                      <a:pt x="89" y="5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43"/>
              <p:cNvSpPr/>
              <p:nvPr/>
            </p:nvSpPr>
            <p:spPr>
              <a:xfrm>
                <a:off x="7347535" y="1338988"/>
                <a:ext cx="166182" cy="1307607"/>
              </a:xfrm>
              <a:custGeom>
                <a:rect b="b" l="l" r="r" t="t"/>
                <a:pathLst>
                  <a:path extrusionOk="0" h="893" w="114">
                    <a:moveTo>
                      <a:pt x="65" y="31"/>
                    </a:moveTo>
                    <a:cubicBezTo>
                      <a:pt x="108" y="87"/>
                      <a:pt x="114" y="147"/>
                      <a:pt x="114" y="147"/>
                    </a:cubicBezTo>
                    <a:cubicBezTo>
                      <a:pt x="114" y="893"/>
                      <a:pt x="114" y="893"/>
                      <a:pt x="114" y="893"/>
                    </a:cubicBezTo>
                    <a:cubicBezTo>
                      <a:pt x="99" y="893"/>
                      <a:pt x="99" y="893"/>
                      <a:pt x="99" y="893"/>
                    </a:cubicBezTo>
                    <a:cubicBezTo>
                      <a:pt x="99" y="155"/>
                      <a:pt x="99" y="155"/>
                      <a:pt x="99" y="155"/>
                    </a:cubicBezTo>
                    <a:cubicBezTo>
                      <a:pt x="99" y="155"/>
                      <a:pt x="89" y="54"/>
                      <a:pt x="0" y="0"/>
                    </a:cubicBezTo>
                    <a:cubicBezTo>
                      <a:pt x="0" y="0"/>
                      <a:pt x="32" y="10"/>
                      <a:pt x="65" y="31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43"/>
              <p:cNvSpPr/>
              <p:nvPr/>
            </p:nvSpPr>
            <p:spPr>
              <a:xfrm>
                <a:off x="7233285" y="1153078"/>
                <a:ext cx="309512" cy="185911"/>
              </a:xfrm>
              <a:custGeom>
                <a:rect b="b" l="l" r="r" t="t"/>
                <a:pathLst>
                  <a:path extrusionOk="0" h="127" w="212">
                    <a:moveTo>
                      <a:pt x="184" y="0"/>
                    </a:moveTo>
                    <a:cubicBezTo>
                      <a:pt x="184" y="0"/>
                      <a:pt x="85" y="80"/>
                      <a:pt x="6" y="53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116" y="127"/>
                      <a:pt x="212" y="37"/>
                    </a:cubicBez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43"/>
              <p:cNvSpPr/>
              <p:nvPr/>
            </p:nvSpPr>
            <p:spPr>
              <a:xfrm>
                <a:off x="7233285" y="1194622"/>
                <a:ext cx="309512" cy="144367"/>
              </a:xfrm>
              <a:custGeom>
                <a:rect b="b" l="l" r="r" t="t"/>
                <a:pathLst>
                  <a:path extrusionOk="0" h="99" w="212">
                    <a:moveTo>
                      <a:pt x="205" y="0"/>
                    </a:moveTo>
                    <a:cubicBezTo>
                      <a:pt x="212" y="9"/>
                      <a:pt x="212" y="9"/>
                      <a:pt x="212" y="9"/>
                    </a:cubicBezTo>
                    <a:cubicBezTo>
                      <a:pt x="116" y="99"/>
                      <a:pt x="0" y="49"/>
                      <a:pt x="0" y="49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22" y="43"/>
                      <a:pt x="121" y="74"/>
                      <a:pt x="205" y="0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43"/>
              <p:cNvSpPr/>
              <p:nvPr/>
            </p:nvSpPr>
            <p:spPr>
              <a:xfrm>
                <a:off x="7245749" y="1225780"/>
                <a:ext cx="294972" cy="175525"/>
              </a:xfrm>
              <a:custGeom>
                <a:rect b="b" l="l" r="r" t="t"/>
                <a:pathLst>
                  <a:path extrusionOk="0" h="120" w="201">
                    <a:moveTo>
                      <a:pt x="197" y="48"/>
                    </a:moveTo>
                    <a:cubicBezTo>
                      <a:pt x="197" y="48"/>
                      <a:pt x="70" y="64"/>
                      <a:pt x="17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7"/>
                      <a:pt x="72" y="120"/>
                      <a:pt x="201" y="94"/>
                    </a:cubicBezTo>
                    <a:lnTo>
                      <a:pt x="197" y="4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43"/>
              <p:cNvSpPr/>
              <p:nvPr/>
            </p:nvSpPr>
            <p:spPr>
              <a:xfrm>
                <a:off x="7245749" y="1237205"/>
                <a:ext cx="294972" cy="164100"/>
              </a:xfrm>
              <a:custGeom>
                <a:rect b="b" l="l" r="r" t="t"/>
                <a:pathLst>
                  <a:path extrusionOk="0" h="112" w="201">
                    <a:moveTo>
                      <a:pt x="200" y="75"/>
                    </a:moveTo>
                    <a:cubicBezTo>
                      <a:pt x="201" y="86"/>
                      <a:pt x="201" y="86"/>
                      <a:pt x="201" y="86"/>
                    </a:cubicBezTo>
                    <a:cubicBezTo>
                      <a:pt x="72" y="112"/>
                      <a:pt x="0" y="9"/>
                      <a:pt x="0" y="9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2" y="16"/>
                      <a:pt x="89" y="93"/>
                      <a:pt x="200" y="75"/>
                    </a:cubicBezTo>
                    <a:close/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43"/>
              <p:cNvSpPr/>
              <p:nvPr/>
            </p:nvSpPr>
            <p:spPr>
              <a:xfrm>
                <a:off x="6944546" y="841495"/>
                <a:ext cx="659530" cy="927476"/>
              </a:xfrm>
              <a:custGeom>
                <a:rect b="b" l="l" r="r" t="t"/>
                <a:pathLst>
                  <a:path extrusionOk="0" h="633" w="451">
                    <a:moveTo>
                      <a:pt x="241" y="297"/>
                    </a:moveTo>
                    <a:cubicBezTo>
                      <a:pt x="241" y="297"/>
                      <a:pt x="326" y="266"/>
                      <a:pt x="336" y="180"/>
                    </a:cubicBezTo>
                    <a:cubicBezTo>
                      <a:pt x="346" y="93"/>
                      <a:pt x="264" y="0"/>
                      <a:pt x="162" y="48"/>
                    </a:cubicBezTo>
                    <a:cubicBezTo>
                      <a:pt x="60" y="96"/>
                      <a:pt x="0" y="249"/>
                      <a:pt x="19" y="382"/>
                    </a:cubicBezTo>
                    <a:cubicBezTo>
                      <a:pt x="36" y="494"/>
                      <a:pt x="97" y="633"/>
                      <a:pt x="214" y="629"/>
                    </a:cubicBezTo>
                    <a:cubicBezTo>
                      <a:pt x="321" y="626"/>
                      <a:pt x="451" y="441"/>
                      <a:pt x="241" y="29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43"/>
              <p:cNvSpPr/>
              <p:nvPr/>
            </p:nvSpPr>
            <p:spPr>
              <a:xfrm>
                <a:off x="6978821" y="877846"/>
                <a:ext cx="530740" cy="845428"/>
              </a:xfrm>
              <a:custGeom>
                <a:rect b="b" l="l" r="r" t="t"/>
                <a:pathLst>
                  <a:path extrusionOk="0" h="577" w="363">
                    <a:moveTo>
                      <a:pt x="195" y="269"/>
                    </a:moveTo>
                    <a:cubicBezTo>
                      <a:pt x="195" y="269"/>
                      <a:pt x="265" y="239"/>
                      <a:pt x="275" y="160"/>
                    </a:cubicBezTo>
                    <a:cubicBezTo>
                      <a:pt x="285" y="82"/>
                      <a:pt x="219" y="0"/>
                      <a:pt x="136" y="46"/>
                    </a:cubicBezTo>
                    <a:cubicBezTo>
                      <a:pt x="52" y="92"/>
                      <a:pt x="0" y="232"/>
                      <a:pt x="13" y="352"/>
                    </a:cubicBezTo>
                    <a:cubicBezTo>
                      <a:pt x="24" y="453"/>
                      <a:pt x="71" y="577"/>
                      <a:pt x="167" y="571"/>
                    </a:cubicBezTo>
                    <a:cubicBezTo>
                      <a:pt x="254" y="564"/>
                      <a:pt x="363" y="393"/>
                      <a:pt x="195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43"/>
              <p:cNvSpPr/>
              <p:nvPr/>
            </p:nvSpPr>
            <p:spPr>
              <a:xfrm>
                <a:off x="7251980" y="1014943"/>
                <a:ext cx="110095" cy="162023"/>
              </a:xfrm>
              <a:custGeom>
                <a:rect b="b" l="l" r="r" t="t"/>
                <a:pathLst>
                  <a:path extrusionOk="0" h="111" w="75">
                    <a:moveTo>
                      <a:pt x="43" y="0"/>
                    </a:moveTo>
                    <a:cubicBezTo>
                      <a:pt x="28" y="0"/>
                      <a:pt x="12" y="19"/>
                      <a:pt x="6" y="46"/>
                    </a:cubicBezTo>
                    <a:cubicBezTo>
                      <a:pt x="0" y="76"/>
                      <a:pt x="9" y="105"/>
                      <a:pt x="26" y="110"/>
                    </a:cubicBezTo>
                    <a:cubicBezTo>
                      <a:pt x="28" y="111"/>
                      <a:pt x="30" y="111"/>
                      <a:pt x="31" y="111"/>
                    </a:cubicBezTo>
                    <a:cubicBezTo>
                      <a:pt x="47" y="111"/>
                      <a:pt x="63" y="92"/>
                      <a:pt x="68" y="65"/>
                    </a:cubicBezTo>
                    <a:cubicBezTo>
                      <a:pt x="75" y="34"/>
                      <a:pt x="66" y="6"/>
                      <a:pt x="49" y="0"/>
                    </a:cubicBezTo>
                    <a:cubicBezTo>
                      <a:pt x="47" y="0"/>
                      <a:pt x="45" y="0"/>
                      <a:pt x="43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43"/>
              <p:cNvSpPr/>
              <p:nvPr/>
            </p:nvSpPr>
            <p:spPr>
              <a:xfrm>
                <a:off x="7165774" y="1402343"/>
                <a:ext cx="203572" cy="267960"/>
              </a:xfrm>
              <a:custGeom>
                <a:rect b="b" l="l" r="r" t="t"/>
                <a:pathLst>
                  <a:path extrusionOk="0" h="183" w="139">
                    <a:moveTo>
                      <a:pt x="89" y="0"/>
                    </a:moveTo>
                    <a:cubicBezTo>
                      <a:pt x="65" y="0"/>
                      <a:pt x="38" y="23"/>
                      <a:pt x="21" y="59"/>
                    </a:cubicBezTo>
                    <a:cubicBezTo>
                      <a:pt x="0" y="106"/>
                      <a:pt x="4" y="159"/>
                      <a:pt x="31" y="177"/>
                    </a:cubicBezTo>
                    <a:cubicBezTo>
                      <a:pt x="37" y="181"/>
                      <a:pt x="43" y="183"/>
                      <a:pt x="50" y="183"/>
                    </a:cubicBezTo>
                    <a:cubicBezTo>
                      <a:pt x="74" y="183"/>
                      <a:pt x="101" y="161"/>
                      <a:pt x="118" y="124"/>
                    </a:cubicBezTo>
                    <a:cubicBezTo>
                      <a:pt x="139" y="77"/>
                      <a:pt x="135" y="24"/>
                      <a:pt x="108" y="6"/>
                    </a:cubicBezTo>
                    <a:cubicBezTo>
                      <a:pt x="102" y="2"/>
                      <a:pt x="96" y="0"/>
                      <a:pt x="89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4" name="Google Shape;954;p43"/>
              <p:cNvGrpSpPr/>
              <p:nvPr/>
            </p:nvGrpSpPr>
            <p:grpSpPr>
              <a:xfrm>
                <a:off x="6816373" y="1088442"/>
                <a:ext cx="320589" cy="415160"/>
                <a:chOff x="811176" y="914913"/>
                <a:chExt cx="690478" cy="894164"/>
              </a:xfrm>
            </p:grpSpPr>
            <p:sp>
              <p:nvSpPr>
                <p:cNvPr id="955" name="Google Shape;955;p43"/>
                <p:cNvSpPr/>
                <p:nvPr/>
              </p:nvSpPr>
              <p:spPr>
                <a:xfrm>
                  <a:off x="811176" y="1009126"/>
                  <a:ext cx="486500" cy="799951"/>
                </a:xfrm>
                <a:custGeom>
                  <a:rect b="b" l="l" r="r" t="t"/>
                  <a:pathLst>
                    <a:path extrusionOk="0" h="506" w="308">
                      <a:moveTo>
                        <a:pt x="285" y="21"/>
                      </a:moveTo>
                      <a:cubicBezTo>
                        <a:pt x="248" y="0"/>
                        <a:pt x="248" y="0"/>
                        <a:pt x="248" y="0"/>
                      </a:cubicBezTo>
                      <a:cubicBezTo>
                        <a:pt x="248" y="0"/>
                        <a:pt x="236" y="13"/>
                        <a:pt x="227" y="11"/>
                      </a:cubicBezTo>
                      <a:cubicBezTo>
                        <a:pt x="217" y="9"/>
                        <a:pt x="195" y="0"/>
                        <a:pt x="195" y="0"/>
                      </a:cubicBezTo>
                      <a:cubicBezTo>
                        <a:pt x="195" y="0"/>
                        <a:pt x="183" y="6"/>
                        <a:pt x="174" y="11"/>
                      </a:cubicBezTo>
                      <a:cubicBezTo>
                        <a:pt x="165" y="15"/>
                        <a:pt x="159" y="4"/>
                        <a:pt x="148" y="11"/>
                      </a:cubicBezTo>
                      <a:cubicBezTo>
                        <a:pt x="137" y="17"/>
                        <a:pt x="125" y="27"/>
                        <a:pt x="125" y="27"/>
                      </a:cubicBezTo>
                      <a:cubicBezTo>
                        <a:pt x="125" y="27"/>
                        <a:pt x="125" y="30"/>
                        <a:pt x="120" y="35"/>
                      </a:cubicBezTo>
                      <a:cubicBezTo>
                        <a:pt x="115" y="41"/>
                        <a:pt x="107" y="46"/>
                        <a:pt x="98" y="51"/>
                      </a:cubicBezTo>
                      <a:cubicBezTo>
                        <a:pt x="89" y="56"/>
                        <a:pt x="113" y="54"/>
                        <a:pt x="68" y="71"/>
                      </a:cubicBezTo>
                      <a:cubicBezTo>
                        <a:pt x="23" y="89"/>
                        <a:pt x="30" y="96"/>
                        <a:pt x="31" y="106"/>
                      </a:cubicBezTo>
                      <a:cubicBezTo>
                        <a:pt x="32" y="116"/>
                        <a:pt x="39" y="121"/>
                        <a:pt x="30" y="137"/>
                      </a:cubicBezTo>
                      <a:cubicBezTo>
                        <a:pt x="22" y="153"/>
                        <a:pt x="9" y="161"/>
                        <a:pt x="17" y="172"/>
                      </a:cubicBezTo>
                      <a:cubicBezTo>
                        <a:pt x="25" y="184"/>
                        <a:pt x="36" y="183"/>
                        <a:pt x="29" y="197"/>
                      </a:cubicBezTo>
                      <a:cubicBezTo>
                        <a:pt x="23" y="211"/>
                        <a:pt x="22" y="183"/>
                        <a:pt x="23" y="211"/>
                      </a:cubicBezTo>
                      <a:cubicBezTo>
                        <a:pt x="24" y="240"/>
                        <a:pt x="28" y="239"/>
                        <a:pt x="21" y="254"/>
                      </a:cubicBezTo>
                      <a:cubicBezTo>
                        <a:pt x="14" y="269"/>
                        <a:pt x="20" y="258"/>
                        <a:pt x="15" y="281"/>
                      </a:cubicBezTo>
                      <a:cubicBezTo>
                        <a:pt x="9" y="303"/>
                        <a:pt x="3" y="312"/>
                        <a:pt x="5" y="317"/>
                      </a:cubicBezTo>
                      <a:cubicBezTo>
                        <a:pt x="7" y="322"/>
                        <a:pt x="0" y="294"/>
                        <a:pt x="13" y="332"/>
                      </a:cubicBezTo>
                      <a:cubicBezTo>
                        <a:pt x="26" y="369"/>
                        <a:pt x="37" y="367"/>
                        <a:pt x="41" y="382"/>
                      </a:cubicBezTo>
                      <a:cubicBezTo>
                        <a:pt x="45" y="396"/>
                        <a:pt x="44" y="406"/>
                        <a:pt x="46" y="414"/>
                      </a:cubicBezTo>
                      <a:cubicBezTo>
                        <a:pt x="48" y="423"/>
                        <a:pt x="64" y="413"/>
                        <a:pt x="68" y="428"/>
                      </a:cubicBezTo>
                      <a:cubicBezTo>
                        <a:pt x="72" y="442"/>
                        <a:pt x="72" y="436"/>
                        <a:pt x="74" y="447"/>
                      </a:cubicBezTo>
                      <a:cubicBezTo>
                        <a:pt x="76" y="458"/>
                        <a:pt x="85" y="472"/>
                        <a:pt x="92" y="472"/>
                      </a:cubicBezTo>
                      <a:cubicBezTo>
                        <a:pt x="99" y="472"/>
                        <a:pt x="111" y="482"/>
                        <a:pt x="120" y="490"/>
                      </a:cubicBezTo>
                      <a:cubicBezTo>
                        <a:pt x="129" y="498"/>
                        <a:pt x="142" y="480"/>
                        <a:pt x="153" y="490"/>
                      </a:cubicBezTo>
                      <a:cubicBezTo>
                        <a:pt x="164" y="500"/>
                        <a:pt x="169" y="498"/>
                        <a:pt x="175" y="502"/>
                      </a:cubicBezTo>
                      <a:cubicBezTo>
                        <a:pt x="182" y="506"/>
                        <a:pt x="185" y="497"/>
                        <a:pt x="207" y="490"/>
                      </a:cubicBezTo>
                      <a:cubicBezTo>
                        <a:pt x="230" y="484"/>
                        <a:pt x="244" y="468"/>
                        <a:pt x="244" y="468"/>
                      </a:cubicBezTo>
                      <a:cubicBezTo>
                        <a:pt x="244" y="468"/>
                        <a:pt x="280" y="447"/>
                        <a:pt x="280" y="447"/>
                      </a:cubicBezTo>
                      <a:cubicBezTo>
                        <a:pt x="280" y="446"/>
                        <a:pt x="304" y="437"/>
                        <a:pt x="304" y="422"/>
                      </a:cubicBezTo>
                      <a:cubicBezTo>
                        <a:pt x="304" y="406"/>
                        <a:pt x="308" y="399"/>
                        <a:pt x="299" y="372"/>
                      </a:cubicBezTo>
                      <a:cubicBezTo>
                        <a:pt x="289" y="344"/>
                        <a:pt x="282" y="340"/>
                        <a:pt x="285" y="306"/>
                      </a:cubicBezTo>
                      <a:cubicBezTo>
                        <a:pt x="287" y="272"/>
                        <a:pt x="298" y="258"/>
                        <a:pt x="297" y="217"/>
                      </a:cubicBezTo>
                      <a:cubicBezTo>
                        <a:pt x="296" y="175"/>
                        <a:pt x="292" y="137"/>
                        <a:pt x="297" y="119"/>
                      </a:cubicBezTo>
                      <a:cubicBezTo>
                        <a:pt x="301" y="102"/>
                        <a:pt x="285" y="21"/>
                        <a:pt x="285" y="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39450" lIns="78900" spcFirstLastPara="1" rIns="78900" wrap="square" tIns="39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53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56" name="Google Shape;956;p43"/>
                <p:cNvGrpSpPr/>
                <p:nvPr/>
              </p:nvGrpSpPr>
              <p:grpSpPr>
                <a:xfrm>
                  <a:off x="897748" y="914913"/>
                  <a:ext cx="603906" cy="860756"/>
                  <a:chOff x="897748" y="914913"/>
                  <a:chExt cx="603906" cy="860756"/>
                </a:xfrm>
              </p:grpSpPr>
              <p:sp>
                <p:nvSpPr>
                  <p:cNvPr id="957" name="Google Shape;957;p43"/>
                  <p:cNvSpPr/>
                  <p:nvPr/>
                </p:nvSpPr>
                <p:spPr>
                  <a:xfrm rot="371736">
                    <a:off x="938085" y="949377"/>
                    <a:ext cx="422825" cy="770442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39450" lIns="78900" spcFirstLastPara="1" rIns="78900" wrap="square" tIns="39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55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8" name="Google Shape;958;p43"/>
                  <p:cNvSpPr/>
                  <p:nvPr/>
                </p:nvSpPr>
                <p:spPr>
                  <a:xfrm rot="355927">
                    <a:off x="1015057" y="935738"/>
                    <a:ext cx="445456" cy="819106"/>
                  </a:xfrm>
                  <a:custGeom>
                    <a:rect b="b" l="l" r="r" t="t"/>
                    <a:pathLst>
                      <a:path extrusionOk="0" h="349" w="173">
                        <a:moveTo>
                          <a:pt x="113" y="349"/>
                        </a:moveTo>
                        <a:cubicBezTo>
                          <a:pt x="135" y="334"/>
                          <a:pt x="135" y="334"/>
                          <a:pt x="135" y="334"/>
                        </a:cubicBezTo>
                        <a:cubicBezTo>
                          <a:pt x="135" y="334"/>
                          <a:pt x="138" y="324"/>
                          <a:pt x="136" y="320"/>
                        </a:cubicBezTo>
                        <a:cubicBezTo>
                          <a:pt x="134" y="316"/>
                          <a:pt x="138" y="311"/>
                          <a:pt x="138" y="311"/>
                        </a:cubicBezTo>
                        <a:cubicBezTo>
                          <a:pt x="138" y="311"/>
                          <a:pt x="140" y="311"/>
                          <a:pt x="138" y="301"/>
                        </a:cubicBezTo>
                        <a:cubicBezTo>
                          <a:pt x="137" y="291"/>
                          <a:pt x="132" y="292"/>
                          <a:pt x="141" y="281"/>
                        </a:cubicBezTo>
                        <a:cubicBezTo>
                          <a:pt x="149" y="270"/>
                          <a:pt x="157" y="265"/>
                          <a:pt x="157" y="265"/>
                        </a:cubicBezTo>
                        <a:cubicBezTo>
                          <a:pt x="157" y="265"/>
                          <a:pt x="149" y="268"/>
                          <a:pt x="153" y="255"/>
                        </a:cubicBezTo>
                        <a:cubicBezTo>
                          <a:pt x="156" y="243"/>
                          <a:pt x="160" y="237"/>
                          <a:pt x="159" y="235"/>
                        </a:cubicBezTo>
                        <a:cubicBezTo>
                          <a:pt x="159" y="232"/>
                          <a:pt x="158" y="240"/>
                          <a:pt x="160" y="226"/>
                        </a:cubicBezTo>
                        <a:cubicBezTo>
                          <a:pt x="162" y="212"/>
                          <a:pt x="173" y="212"/>
                          <a:pt x="167" y="209"/>
                        </a:cubicBezTo>
                        <a:cubicBezTo>
                          <a:pt x="160" y="205"/>
                          <a:pt x="141" y="209"/>
                          <a:pt x="146" y="199"/>
                        </a:cubicBezTo>
                        <a:cubicBezTo>
                          <a:pt x="152" y="188"/>
                          <a:pt x="148" y="195"/>
                          <a:pt x="152" y="188"/>
                        </a:cubicBezTo>
                        <a:cubicBezTo>
                          <a:pt x="155" y="182"/>
                          <a:pt x="91" y="191"/>
                          <a:pt x="125" y="176"/>
                        </a:cubicBezTo>
                        <a:cubicBezTo>
                          <a:pt x="159" y="162"/>
                          <a:pt x="139" y="154"/>
                          <a:pt x="145" y="148"/>
                        </a:cubicBezTo>
                        <a:cubicBezTo>
                          <a:pt x="152" y="142"/>
                          <a:pt x="138" y="142"/>
                          <a:pt x="139" y="135"/>
                        </a:cubicBezTo>
                        <a:cubicBezTo>
                          <a:pt x="139" y="129"/>
                          <a:pt x="134" y="120"/>
                          <a:pt x="135" y="114"/>
                        </a:cubicBezTo>
                        <a:cubicBezTo>
                          <a:pt x="135" y="108"/>
                          <a:pt x="129" y="114"/>
                          <a:pt x="134" y="103"/>
                        </a:cubicBezTo>
                        <a:cubicBezTo>
                          <a:pt x="140" y="92"/>
                          <a:pt x="131" y="95"/>
                          <a:pt x="135" y="87"/>
                        </a:cubicBezTo>
                        <a:cubicBezTo>
                          <a:pt x="140" y="80"/>
                          <a:pt x="135" y="81"/>
                          <a:pt x="135" y="73"/>
                        </a:cubicBezTo>
                        <a:cubicBezTo>
                          <a:pt x="136" y="65"/>
                          <a:pt x="104" y="59"/>
                          <a:pt x="107" y="55"/>
                        </a:cubicBezTo>
                        <a:cubicBezTo>
                          <a:pt x="109" y="51"/>
                          <a:pt x="105" y="51"/>
                          <a:pt x="107" y="48"/>
                        </a:cubicBezTo>
                        <a:cubicBezTo>
                          <a:pt x="110" y="45"/>
                          <a:pt x="106" y="43"/>
                          <a:pt x="108" y="34"/>
                        </a:cubicBezTo>
                        <a:cubicBezTo>
                          <a:pt x="109" y="25"/>
                          <a:pt x="106" y="25"/>
                          <a:pt x="109" y="15"/>
                        </a:cubicBezTo>
                        <a:cubicBezTo>
                          <a:pt x="111" y="4"/>
                          <a:pt x="111" y="9"/>
                          <a:pt x="111" y="4"/>
                        </a:cubicBezTo>
                        <a:cubicBezTo>
                          <a:pt x="112" y="0"/>
                          <a:pt x="0" y="109"/>
                          <a:pt x="16" y="194"/>
                        </a:cubicBezTo>
                        <a:cubicBezTo>
                          <a:pt x="32" y="280"/>
                          <a:pt x="113" y="349"/>
                          <a:pt x="113" y="3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39450" lIns="78900" spcFirstLastPara="1" rIns="78900" wrap="square" tIns="394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55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59" name="Google Shape;959;p43"/>
                <p:cNvSpPr/>
                <p:nvPr/>
              </p:nvSpPr>
              <p:spPr>
                <a:xfrm rot="8410098">
                  <a:off x="1125955" y="1410710"/>
                  <a:ext cx="85503" cy="206267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39450" lIns="78900" spcFirstLastPara="1" rIns="78900" wrap="square" tIns="394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553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0" name="Google Shape;960;p43"/>
            <p:cNvGrpSpPr/>
            <p:nvPr/>
          </p:nvGrpSpPr>
          <p:grpSpPr>
            <a:xfrm>
              <a:off x="4074113" y="4273473"/>
              <a:ext cx="1130225" cy="373388"/>
              <a:chOff x="2994838" y="4419173"/>
              <a:chExt cx="1130225" cy="373388"/>
            </a:xfrm>
          </p:grpSpPr>
          <p:sp>
            <p:nvSpPr>
              <p:cNvPr id="961" name="Google Shape;961;p43"/>
              <p:cNvSpPr/>
              <p:nvPr/>
            </p:nvSpPr>
            <p:spPr>
              <a:xfrm>
                <a:off x="3817048" y="4509691"/>
                <a:ext cx="308014" cy="129492"/>
              </a:xfrm>
              <a:custGeom>
                <a:rect b="b" l="l" r="r" t="t"/>
                <a:pathLst>
                  <a:path extrusionOk="0" h="73" w="174">
                    <a:moveTo>
                      <a:pt x="174" y="40"/>
                    </a:moveTo>
                    <a:cubicBezTo>
                      <a:pt x="174" y="58"/>
                      <a:pt x="159" y="73"/>
                      <a:pt x="141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4" y="73"/>
                      <a:pt x="0" y="58"/>
                      <a:pt x="0" y="4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4" y="0"/>
                      <a:pt x="33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9" y="0"/>
                      <a:pt x="174" y="15"/>
                      <a:pt x="174" y="33"/>
                    </a:cubicBezTo>
                    <a:cubicBezTo>
                      <a:pt x="174" y="40"/>
                      <a:pt x="174" y="40"/>
                      <a:pt x="174" y="4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43"/>
              <p:cNvSpPr/>
              <p:nvPr/>
            </p:nvSpPr>
            <p:spPr>
              <a:xfrm>
                <a:off x="3970427" y="4509691"/>
                <a:ext cx="154636" cy="129492"/>
              </a:xfrm>
              <a:custGeom>
                <a:rect b="b" l="l" r="r" t="t"/>
                <a:pathLst>
                  <a:path extrusionOk="0" h="73" w="87">
                    <a:moveTo>
                      <a:pt x="5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72" y="73"/>
                      <a:pt x="87" y="58"/>
                      <a:pt x="87" y="40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7" y="15"/>
                      <a:pt x="72" y="0"/>
                      <a:pt x="5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43"/>
              <p:cNvSpPr/>
              <p:nvPr/>
            </p:nvSpPr>
            <p:spPr>
              <a:xfrm>
                <a:off x="3817048" y="4567522"/>
                <a:ext cx="308014" cy="0"/>
              </a:xfrm>
              <a:custGeom>
                <a:rect b="b" l="l" r="r" t="t"/>
                <a:pathLst>
                  <a:path extrusionOk="0" h="120000" w="174">
                    <a:moveTo>
                      <a:pt x="174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4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43"/>
              <p:cNvSpPr/>
              <p:nvPr/>
            </p:nvSpPr>
            <p:spPr>
              <a:xfrm>
                <a:off x="3817048" y="4551178"/>
                <a:ext cx="153378" cy="88004"/>
              </a:xfrm>
              <a:custGeom>
                <a:rect b="b" l="l" r="r" t="t"/>
                <a:pathLst>
                  <a:path extrusionOk="0" h="49" w="87">
                    <a:moveTo>
                      <a:pt x="1" y="0"/>
                    </a:moveTo>
                    <a:cubicBezTo>
                      <a:pt x="0" y="3"/>
                      <a:pt x="0" y="6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34"/>
                      <a:pt x="14" y="49"/>
                      <a:pt x="33" y="49"/>
                    </a:cubicBezTo>
                    <a:cubicBezTo>
                      <a:pt x="87" y="49"/>
                      <a:pt x="87" y="49"/>
                      <a:pt x="87" y="49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17" y="25"/>
                      <a:pt x="4" y="15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43"/>
              <p:cNvSpPr/>
              <p:nvPr/>
            </p:nvSpPr>
            <p:spPr>
              <a:xfrm>
                <a:off x="3970427" y="4551178"/>
                <a:ext cx="154636" cy="88004"/>
              </a:xfrm>
              <a:custGeom>
                <a:rect b="b" l="l" r="r" t="t"/>
                <a:pathLst>
                  <a:path extrusionOk="0" h="49" w="87">
                    <a:moveTo>
                      <a:pt x="86" y="0"/>
                    </a:moveTo>
                    <a:cubicBezTo>
                      <a:pt x="82" y="15"/>
                      <a:pt x="69" y="25"/>
                      <a:pt x="54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72" y="49"/>
                      <a:pt x="87" y="34"/>
                      <a:pt x="87" y="16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6"/>
                      <a:pt x="86" y="3"/>
                      <a:pt x="86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43"/>
              <p:cNvSpPr/>
              <p:nvPr/>
            </p:nvSpPr>
            <p:spPr>
              <a:xfrm>
                <a:off x="3491433" y="4663069"/>
                <a:ext cx="308014" cy="129492"/>
              </a:xfrm>
              <a:custGeom>
                <a:rect b="b" l="l" r="r" t="t"/>
                <a:pathLst>
                  <a:path extrusionOk="0" h="73" w="174">
                    <a:moveTo>
                      <a:pt x="174" y="40"/>
                    </a:moveTo>
                    <a:cubicBezTo>
                      <a:pt x="174" y="58"/>
                      <a:pt x="159" y="73"/>
                      <a:pt x="141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5" y="73"/>
                      <a:pt x="0" y="58"/>
                      <a:pt x="0" y="4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5" y="0"/>
                      <a:pt x="33" y="0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59" y="0"/>
                      <a:pt x="174" y="15"/>
                      <a:pt x="174" y="33"/>
                    </a:cubicBezTo>
                    <a:cubicBezTo>
                      <a:pt x="174" y="40"/>
                      <a:pt x="174" y="40"/>
                      <a:pt x="174" y="4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43"/>
              <p:cNvSpPr/>
              <p:nvPr/>
            </p:nvSpPr>
            <p:spPr>
              <a:xfrm>
                <a:off x="3644811" y="4663069"/>
                <a:ext cx="154636" cy="129492"/>
              </a:xfrm>
              <a:custGeom>
                <a:rect b="b" l="l" r="r" t="t"/>
                <a:pathLst>
                  <a:path extrusionOk="0" h="73" w="87">
                    <a:moveTo>
                      <a:pt x="5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72" y="73"/>
                      <a:pt x="87" y="58"/>
                      <a:pt x="87" y="40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7" y="15"/>
                      <a:pt x="72" y="0"/>
                      <a:pt x="5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43"/>
              <p:cNvSpPr/>
              <p:nvPr/>
            </p:nvSpPr>
            <p:spPr>
              <a:xfrm>
                <a:off x="3491433" y="4722158"/>
                <a:ext cx="308014" cy="0"/>
              </a:xfrm>
              <a:custGeom>
                <a:rect b="b" l="l" r="r" t="t"/>
                <a:pathLst>
                  <a:path extrusionOk="0" h="120000" w="17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74" y="0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174" y="0"/>
                      <a:pt x="174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43"/>
              <p:cNvSpPr/>
              <p:nvPr/>
            </p:nvSpPr>
            <p:spPr>
              <a:xfrm>
                <a:off x="3491433" y="4708328"/>
                <a:ext cx="153378" cy="84232"/>
              </a:xfrm>
              <a:custGeom>
                <a:rect b="b" l="l" r="r" t="t"/>
                <a:pathLst>
                  <a:path extrusionOk="0" h="48" w="87">
                    <a:moveTo>
                      <a:pt x="1" y="0"/>
                    </a:moveTo>
                    <a:cubicBezTo>
                      <a:pt x="0" y="3"/>
                      <a:pt x="0" y="5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33"/>
                      <a:pt x="15" y="48"/>
                      <a:pt x="33" y="48"/>
                    </a:cubicBezTo>
                    <a:cubicBezTo>
                      <a:pt x="87" y="48"/>
                      <a:pt x="87" y="48"/>
                      <a:pt x="87" y="48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18" y="25"/>
                      <a:pt x="5" y="14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43"/>
              <p:cNvSpPr/>
              <p:nvPr/>
            </p:nvSpPr>
            <p:spPr>
              <a:xfrm>
                <a:off x="2994838" y="4419173"/>
                <a:ext cx="264013" cy="111891"/>
              </a:xfrm>
              <a:custGeom>
                <a:rect b="b" l="l" r="r" t="t"/>
                <a:pathLst>
                  <a:path extrusionOk="0" h="63" w="149">
                    <a:moveTo>
                      <a:pt x="149" y="34"/>
                    </a:moveTo>
                    <a:cubicBezTo>
                      <a:pt x="149" y="50"/>
                      <a:pt x="136" y="63"/>
                      <a:pt x="121" y="63"/>
                    </a:cubicBezTo>
                    <a:cubicBezTo>
                      <a:pt x="28" y="63"/>
                      <a:pt x="28" y="63"/>
                      <a:pt x="28" y="63"/>
                    </a:cubicBezTo>
                    <a:cubicBezTo>
                      <a:pt x="13" y="63"/>
                      <a:pt x="0" y="50"/>
                      <a:pt x="0" y="34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136" y="0"/>
                      <a:pt x="149" y="13"/>
                      <a:pt x="149" y="29"/>
                    </a:cubicBezTo>
                    <a:cubicBezTo>
                      <a:pt x="149" y="34"/>
                      <a:pt x="149" y="34"/>
                      <a:pt x="149" y="34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43"/>
              <p:cNvSpPr/>
              <p:nvPr/>
            </p:nvSpPr>
            <p:spPr>
              <a:xfrm>
                <a:off x="3128101" y="4419173"/>
                <a:ext cx="130749" cy="111891"/>
              </a:xfrm>
              <a:custGeom>
                <a:rect b="b" l="l" r="r" t="t"/>
                <a:pathLst>
                  <a:path extrusionOk="0" h="63" w="74">
                    <a:moveTo>
                      <a:pt x="4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46" y="63"/>
                      <a:pt x="46" y="63"/>
                      <a:pt x="46" y="63"/>
                    </a:cubicBezTo>
                    <a:cubicBezTo>
                      <a:pt x="61" y="63"/>
                      <a:pt x="74" y="50"/>
                      <a:pt x="74" y="34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13"/>
                      <a:pt x="61" y="0"/>
                      <a:pt x="4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43"/>
              <p:cNvSpPr/>
              <p:nvPr/>
            </p:nvSpPr>
            <p:spPr>
              <a:xfrm>
                <a:off x="2994838" y="4468204"/>
                <a:ext cx="264013" cy="42745"/>
              </a:xfrm>
              <a:custGeom>
                <a:rect b="b" l="l" r="r" t="t"/>
                <a:pathLst>
                  <a:path extrusionOk="0" h="24" w="149">
                    <a:moveTo>
                      <a:pt x="6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6" y="24"/>
                      <a:pt x="6" y="24"/>
                    </a:cubicBezTo>
                    <a:moveTo>
                      <a:pt x="0" y="8"/>
                    </a:moveTo>
                    <a:cubicBezTo>
                      <a:pt x="0" y="14"/>
                      <a:pt x="3" y="20"/>
                      <a:pt x="6" y="24"/>
                    </a:cubicBezTo>
                    <a:cubicBezTo>
                      <a:pt x="3" y="20"/>
                      <a:pt x="0" y="14"/>
                      <a:pt x="0" y="8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49" y="0"/>
                    </a:moveTo>
                    <a:cubicBezTo>
                      <a:pt x="149" y="0"/>
                      <a:pt x="149" y="0"/>
                      <a:pt x="149" y="0"/>
                    </a:cubicBezTo>
                    <a:cubicBezTo>
                      <a:pt x="149" y="0"/>
                      <a:pt x="149" y="0"/>
                      <a:pt x="149" y="0"/>
                    </a:cubicBezTo>
                  </a:path>
                </a:pathLst>
              </a:custGeom>
              <a:solidFill>
                <a:srgbClr val="B5D4CC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43"/>
              <p:cNvSpPr/>
              <p:nvPr/>
            </p:nvSpPr>
            <p:spPr>
              <a:xfrm>
                <a:off x="2994838" y="4455632"/>
                <a:ext cx="133263" cy="75432"/>
              </a:xfrm>
              <a:custGeom>
                <a:rect b="b" l="l" r="r" t="t"/>
                <a:pathLst>
                  <a:path extrusionOk="0" h="42" w="75">
                    <a:moveTo>
                      <a:pt x="1" y="0"/>
                    </a:moveTo>
                    <a:cubicBezTo>
                      <a:pt x="0" y="3"/>
                      <a:pt x="0" y="5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4"/>
                      <a:pt x="0" y="14"/>
                      <a:pt x="0" y="15"/>
                    </a:cubicBezTo>
                    <a:cubicBezTo>
                      <a:pt x="0" y="21"/>
                      <a:pt x="3" y="27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12" y="38"/>
                      <a:pt x="19" y="42"/>
                      <a:pt x="28" y="42"/>
                    </a:cubicBezTo>
                    <a:cubicBezTo>
                      <a:pt x="75" y="42"/>
                      <a:pt x="75" y="42"/>
                      <a:pt x="75" y="42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15" y="22"/>
                      <a:pt x="4" y="13"/>
                      <a:pt x="1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43"/>
              <p:cNvSpPr/>
              <p:nvPr/>
            </p:nvSpPr>
            <p:spPr>
              <a:xfrm>
                <a:off x="3128101" y="4455632"/>
                <a:ext cx="130749" cy="75432"/>
              </a:xfrm>
              <a:custGeom>
                <a:rect b="b" l="l" r="r" t="t"/>
                <a:pathLst>
                  <a:path extrusionOk="0" h="42" w="74">
                    <a:moveTo>
                      <a:pt x="73" y="0"/>
                    </a:moveTo>
                    <a:cubicBezTo>
                      <a:pt x="70" y="13"/>
                      <a:pt x="59" y="22"/>
                      <a:pt x="46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61" y="42"/>
                      <a:pt x="74" y="29"/>
                      <a:pt x="74" y="13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7"/>
                      <a:pt x="74" y="7"/>
                    </a:cubicBezTo>
                    <a:cubicBezTo>
                      <a:pt x="74" y="7"/>
                      <a:pt x="74" y="7"/>
                      <a:pt x="74" y="7"/>
                    </a:cubicBezTo>
                    <a:cubicBezTo>
                      <a:pt x="74" y="5"/>
                      <a:pt x="74" y="3"/>
                      <a:pt x="73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5" name="Google Shape;975;p43"/>
            <p:cNvGrpSpPr/>
            <p:nvPr/>
          </p:nvGrpSpPr>
          <p:grpSpPr>
            <a:xfrm>
              <a:off x="3277234" y="3388365"/>
              <a:ext cx="712834" cy="1115136"/>
              <a:chOff x="3146959" y="842440"/>
              <a:chExt cx="712834" cy="1115136"/>
            </a:xfrm>
          </p:grpSpPr>
          <p:sp>
            <p:nvSpPr>
              <p:cNvPr id="976" name="Google Shape;976;p43"/>
              <p:cNvSpPr/>
              <p:nvPr/>
            </p:nvSpPr>
            <p:spPr>
              <a:xfrm>
                <a:off x="3192218" y="1020963"/>
                <a:ext cx="622314" cy="936614"/>
              </a:xfrm>
              <a:custGeom>
                <a:rect b="b" l="l" r="r" t="t"/>
                <a:pathLst>
                  <a:path extrusionOk="0" h="745" w="495">
                    <a:moveTo>
                      <a:pt x="445" y="745"/>
                    </a:moveTo>
                    <a:lnTo>
                      <a:pt x="50" y="745"/>
                    </a:lnTo>
                    <a:lnTo>
                      <a:pt x="0" y="0"/>
                    </a:lnTo>
                    <a:lnTo>
                      <a:pt x="495" y="0"/>
                    </a:lnTo>
                    <a:lnTo>
                      <a:pt x="445" y="7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43"/>
              <p:cNvSpPr/>
              <p:nvPr/>
            </p:nvSpPr>
            <p:spPr>
              <a:xfrm>
                <a:off x="3192218" y="1020963"/>
                <a:ext cx="622314" cy="936614"/>
              </a:xfrm>
              <a:custGeom>
                <a:rect b="b" l="l" r="r" t="t"/>
                <a:pathLst>
                  <a:path extrusionOk="0" h="745" w="495">
                    <a:moveTo>
                      <a:pt x="445" y="745"/>
                    </a:moveTo>
                    <a:lnTo>
                      <a:pt x="50" y="745"/>
                    </a:lnTo>
                    <a:lnTo>
                      <a:pt x="0" y="0"/>
                    </a:lnTo>
                    <a:lnTo>
                      <a:pt x="495" y="0"/>
                    </a:lnTo>
                    <a:lnTo>
                      <a:pt x="445" y="74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43"/>
              <p:cNvSpPr/>
              <p:nvPr/>
            </p:nvSpPr>
            <p:spPr>
              <a:xfrm>
                <a:off x="3260107" y="1322690"/>
                <a:ext cx="486537" cy="568254"/>
              </a:xfrm>
              <a:custGeom>
                <a:rect b="b" l="l" r="r" t="t"/>
                <a:pathLst>
                  <a:path extrusionOk="0" h="452" w="387">
                    <a:moveTo>
                      <a:pt x="0" y="0"/>
                    </a:moveTo>
                    <a:lnTo>
                      <a:pt x="31" y="452"/>
                    </a:lnTo>
                    <a:lnTo>
                      <a:pt x="356" y="452"/>
                    </a:lnTo>
                    <a:lnTo>
                      <a:pt x="38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43"/>
              <p:cNvSpPr/>
              <p:nvPr/>
            </p:nvSpPr>
            <p:spPr>
              <a:xfrm>
                <a:off x="3260107" y="1322690"/>
                <a:ext cx="486537" cy="568254"/>
              </a:xfrm>
              <a:custGeom>
                <a:rect b="b" l="l" r="r" t="t"/>
                <a:pathLst>
                  <a:path extrusionOk="0" h="452" w="387">
                    <a:moveTo>
                      <a:pt x="0" y="0"/>
                    </a:moveTo>
                    <a:lnTo>
                      <a:pt x="31" y="452"/>
                    </a:lnTo>
                    <a:lnTo>
                      <a:pt x="356" y="452"/>
                    </a:lnTo>
                    <a:lnTo>
                      <a:pt x="38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43"/>
              <p:cNvSpPr/>
              <p:nvPr/>
            </p:nvSpPr>
            <p:spPr>
              <a:xfrm>
                <a:off x="3405943" y="1300061"/>
                <a:ext cx="389732" cy="305500"/>
              </a:xfrm>
              <a:custGeom>
                <a:rect b="b" l="l" r="r" t="t"/>
                <a:pathLst>
                  <a:path extrusionOk="0" h="243" w="310">
                    <a:moveTo>
                      <a:pt x="310" y="0"/>
                    </a:moveTo>
                    <a:lnTo>
                      <a:pt x="0" y="0"/>
                    </a:lnTo>
                    <a:lnTo>
                      <a:pt x="0" y="243"/>
                    </a:lnTo>
                    <a:lnTo>
                      <a:pt x="293" y="243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43"/>
              <p:cNvSpPr/>
              <p:nvPr/>
            </p:nvSpPr>
            <p:spPr>
              <a:xfrm>
                <a:off x="3405943" y="1300061"/>
                <a:ext cx="389732" cy="305500"/>
              </a:xfrm>
              <a:custGeom>
                <a:rect b="b" l="l" r="r" t="t"/>
                <a:pathLst>
                  <a:path extrusionOk="0" h="243" w="310">
                    <a:moveTo>
                      <a:pt x="310" y="0"/>
                    </a:moveTo>
                    <a:lnTo>
                      <a:pt x="0" y="0"/>
                    </a:lnTo>
                    <a:lnTo>
                      <a:pt x="0" y="243"/>
                    </a:lnTo>
                    <a:lnTo>
                      <a:pt x="293" y="243"/>
                    </a:lnTo>
                    <a:lnTo>
                      <a:pt x="31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43"/>
              <p:cNvSpPr/>
              <p:nvPr/>
            </p:nvSpPr>
            <p:spPr>
              <a:xfrm>
                <a:off x="3478861" y="1405666"/>
                <a:ext cx="261600" cy="25200"/>
              </a:xfrm>
              <a:prstGeom prst="rect">
                <a:avLst/>
              </a:prstGeom>
              <a:solidFill>
                <a:srgbClr val="D9E9E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43"/>
              <p:cNvSpPr/>
              <p:nvPr/>
            </p:nvSpPr>
            <p:spPr>
              <a:xfrm>
                <a:off x="3478861" y="1405666"/>
                <a:ext cx="261600" cy="25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43"/>
              <p:cNvSpPr/>
              <p:nvPr/>
            </p:nvSpPr>
            <p:spPr>
              <a:xfrm>
                <a:off x="3478861" y="1487384"/>
                <a:ext cx="261600" cy="22500"/>
              </a:xfrm>
              <a:prstGeom prst="rect">
                <a:avLst/>
              </a:prstGeom>
              <a:solidFill>
                <a:srgbClr val="D9E9E4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43"/>
              <p:cNvSpPr/>
              <p:nvPr/>
            </p:nvSpPr>
            <p:spPr>
              <a:xfrm>
                <a:off x="3478861" y="1487384"/>
                <a:ext cx="261600" cy="22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43"/>
              <p:cNvSpPr/>
              <p:nvPr/>
            </p:nvSpPr>
            <p:spPr>
              <a:xfrm>
                <a:off x="3251307" y="1103938"/>
                <a:ext cx="556940" cy="853638"/>
              </a:xfrm>
              <a:custGeom>
                <a:rect b="b" l="l" r="r" t="t"/>
                <a:pathLst>
                  <a:path extrusionOk="0" h="481" w="314">
                    <a:moveTo>
                      <a:pt x="301" y="201"/>
                    </a:moveTo>
                    <a:cubicBezTo>
                      <a:pt x="295" y="283"/>
                      <a:pt x="295" y="283"/>
                      <a:pt x="295" y="283"/>
                    </a:cubicBezTo>
                    <a:cubicBezTo>
                      <a:pt x="268" y="283"/>
                      <a:pt x="268" y="283"/>
                      <a:pt x="268" y="283"/>
                    </a:cubicBezTo>
                    <a:cubicBezTo>
                      <a:pt x="257" y="444"/>
                      <a:pt x="257" y="444"/>
                      <a:pt x="257" y="444"/>
                    </a:cubicBezTo>
                    <a:cubicBezTo>
                      <a:pt x="43" y="444"/>
                      <a:pt x="43" y="444"/>
                      <a:pt x="43" y="444"/>
                    </a:cubicBezTo>
                    <a:cubicBezTo>
                      <a:pt x="31" y="447"/>
                      <a:pt x="17" y="448"/>
                      <a:pt x="4" y="448"/>
                    </a:cubicBezTo>
                    <a:cubicBezTo>
                      <a:pt x="3" y="448"/>
                      <a:pt x="1" y="448"/>
                      <a:pt x="0" y="448"/>
                    </a:cubicBezTo>
                    <a:cubicBezTo>
                      <a:pt x="2" y="481"/>
                      <a:pt x="2" y="481"/>
                      <a:pt x="2" y="481"/>
                    </a:cubicBezTo>
                    <a:cubicBezTo>
                      <a:pt x="282" y="481"/>
                      <a:pt x="282" y="481"/>
                      <a:pt x="282" y="481"/>
                    </a:cubicBezTo>
                    <a:cubicBezTo>
                      <a:pt x="301" y="201"/>
                      <a:pt x="301" y="201"/>
                      <a:pt x="301" y="201"/>
                    </a:cubicBezTo>
                    <a:moveTo>
                      <a:pt x="314" y="0"/>
                    </a:moveTo>
                    <a:cubicBezTo>
                      <a:pt x="239" y="0"/>
                      <a:pt x="239" y="0"/>
                      <a:pt x="239" y="0"/>
                    </a:cubicBezTo>
                    <a:cubicBezTo>
                      <a:pt x="244" y="28"/>
                      <a:pt x="246" y="56"/>
                      <a:pt x="246" y="86"/>
                    </a:cubicBezTo>
                    <a:cubicBezTo>
                      <a:pt x="246" y="94"/>
                      <a:pt x="246" y="102"/>
                      <a:pt x="245" y="110"/>
                    </a:cubicBezTo>
                    <a:cubicBezTo>
                      <a:pt x="307" y="110"/>
                      <a:pt x="307" y="110"/>
                      <a:pt x="307" y="110"/>
                    </a:cubicBezTo>
                    <a:cubicBezTo>
                      <a:pt x="314" y="0"/>
                      <a:pt x="314" y="0"/>
                      <a:pt x="31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43"/>
              <p:cNvSpPr/>
              <p:nvPr/>
            </p:nvSpPr>
            <p:spPr>
              <a:xfrm>
                <a:off x="3327997" y="1605560"/>
                <a:ext cx="398533" cy="285385"/>
              </a:xfrm>
              <a:custGeom>
                <a:rect b="b" l="l" r="r" t="t"/>
                <a:pathLst>
                  <a:path extrusionOk="0" h="161" w="225">
                    <a:moveTo>
                      <a:pt x="225" y="0"/>
                    </a:moveTo>
                    <a:cubicBezTo>
                      <a:pt x="164" y="0"/>
                      <a:pt x="164" y="0"/>
                      <a:pt x="164" y="0"/>
                    </a:cubicBezTo>
                    <a:cubicBezTo>
                      <a:pt x="128" y="84"/>
                      <a:pt x="69" y="144"/>
                      <a:pt x="0" y="161"/>
                    </a:cubicBezTo>
                    <a:cubicBezTo>
                      <a:pt x="214" y="161"/>
                      <a:pt x="214" y="161"/>
                      <a:pt x="214" y="161"/>
                    </a:cubicBezTo>
                    <a:cubicBezTo>
                      <a:pt x="225" y="0"/>
                      <a:pt x="225" y="0"/>
                      <a:pt x="225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43"/>
              <p:cNvSpPr/>
              <p:nvPr/>
            </p:nvSpPr>
            <p:spPr>
              <a:xfrm>
                <a:off x="3618410" y="1300061"/>
                <a:ext cx="177265" cy="305500"/>
              </a:xfrm>
              <a:custGeom>
                <a:rect b="b" l="l" r="r" t="t"/>
                <a:pathLst>
                  <a:path extrusionOk="0" h="173" w="100">
                    <a:moveTo>
                      <a:pt x="10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7" y="21"/>
                      <a:pt x="35" y="41"/>
                      <a:pt x="32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30" y="74"/>
                      <a:pt x="30" y="74"/>
                      <a:pt x="30" y="74"/>
                    </a:cubicBezTo>
                    <a:cubicBezTo>
                      <a:pt x="28" y="85"/>
                      <a:pt x="26" y="95"/>
                      <a:pt x="23" y="106"/>
                    </a:cubicBezTo>
                    <a:cubicBezTo>
                      <a:pt x="69" y="106"/>
                      <a:pt x="69" y="106"/>
                      <a:pt x="69" y="106"/>
                    </a:cubicBezTo>
                    <a:cubicBezTo>
                      <a:pt x="69" y="119"/>
                      <a:pt x="69" y="119"/>
                      <a:pt x="69" y="119"/>
                    </a:cubicBezTo>
                    <a:cubicBezTo>
                      <a:pt x="19" y="119"/>
                      <a:pt x="19" y="119"/>
                      <a:pt x="19" y="119"/>
                    </a:cubicBezTo>
                    <a:cubicBezTo>
                      <a:pt x="14" y="138"/>
                      <a:pt x="7" y="156"/>
                      <a:pt x="0" y="173"/>
                    </a:cubicBezTo>
                    <a:cubicBezTo>
                      <a:pt x="61" y="173"/>
                      <a:pt x="61" y="173"/>
                      <a:pt x="61" y="173"/>
                    </a:cubicBezTo>
                    <a:cubicBezTo>
                      <a:pt x="88" y="173"/>
                      <a:pt x="88" y="173"/>
                      <a:pt x="88" y="173"/>
                    </a:cubicBezTo>
                    <a:cubicBezTo>
                      <a:pt x="94" y="91"/>
                      <a:pt x="94" y="91"/>
                      <a:pt x="94" y="91"/>
                    </a:cubicBezTo>
                    <a:cubicBezTo>
                      <a:pt x="100" y="0"/>
                      <a:pt x="100" y="0"/>
                      <a:pt x="100" y="0"/>
                    </a:cubicBezTo>
                  </a:path>
                </a:pathLst>
              </a:custGeom>
              <a:solidFill>
                <a:srgbClr val="753563">
                  <a:alpha val="36250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43"/>
              <p:cNvSpPr/>
              <p:nvPr/>
            </p:nvSpPr>
            <p:spPr>
              <a:xfrm>
                <a:off x="3671212" y="1405666"/>
                <a:ext cx="69146" cy="25144"/>
              </a:xfrm>
              <a:custGeom>
                <a:rect b="b" l="l" r="r" t="t"/>
                <a:pathLst>
                  <a:path extrusionOk="0" h="14" w="39">
                    <a:moveTo>
                      <a:pt x="39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5"/>
                      <a:pt x="1" y="9"/>
                      <a:pt x="0" y="14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0"/>
                      <a:pt x="39" y="0"/>
                      <a:pt x="39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43"/>
              <p:cNvSpPr/>
              <p:nvPr/>
            </p:nvSpPr>
            <p:spPr>
              <a:xfrm>
                <a:off x="3652354" y="1487384"/>
                <a:ext cx="88004" cy="22630"/>
              </a:xfrm>
              <a:custGeom>
                <a:rect b="b" l="l" r="r" t="t"/>
                <a:pathLst>
                  <a:path extrusionOk="0" h="13" w="50">
                    <a:moveTo>
                      <a:pt x="5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4"/>
                      <a:pt x="2" y="9"/>
                      <a:pt x="0" y="13"/>
                    </a:cubicBezTo>
                    <a:cubicBezTo>
                      <a:pt x="50" y="13"/>
                      <a:pt x="50" y="13"/>
                      <a:pt x="50" y="13"/>
                    </a:cubicBezTo>
                    <a:cubicBezTo>
                      <a:pt x="50" y="0"/>
                      <a:pt x="50" y="0"/>
                      <a:pt x="5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43"/>
              <p:cNvSpPr/>
              <p:nvPr/>
            </p:nvSpPr>
            <p:spPr>
              <a:xfrm>
                <a:off x="3198505" y="1103938"/>
                <a:ext cx="325615" cy="569512"/>
              </a:xfrm>
              <a:custGeom>
                <a:rect b="b" l="l" r="r" t="t"/>
                <a:pathLst>
                  <a:path extrusionOk="0" h="321" w="184">
                    <a:moveTo>
                      <a:pt x="18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1" y="321"/>
                      <a:pt x="21" y="321"/>
                      <a:pt x="21" y="321"/>
                    </a:cubicBezTo>
                    <a:cubicBezTo>
                      <a:pt x="30" y="314"/>
                      <a:pt x="39" y="306"/>
                      <a:pt x="47" y="298"/>
                    </a:cubicBezTo>
                    <a:cubicBezTo>
                      <a:pt x="35" y="123"/>
                      <a:pt x="35" y="123"/>
                      <a:pt x="35" y="123"/>
                    </a:cubicBezTo>
                    <a:cubicBezTo>
                      <a:pt x="117" y="123"/>
                      <a:pt x="117" y="123"/>
                      <a:pt x="117" y="123"/>
                    </a:cubicBez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61" y="110"/>
                      <a:pt x="161" y="110"/>
                      <a:pt x="161" y="110"/>
                    </a:cubicBezTo>
                    <a:cubicBezTo>
                      <a:pt x="172" y="76"/>
                      <a:pt x="180" y="39"/>
                      <a:pt x="18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43"/>
              <p:cNvSpPr/>
              <p:nvPr/>
            </p:nvSpPr>
            <p:spPr>
              <a:xfrm>
                <a:off x="3260107" y="1322690"/>
                <a:ext cx="145835" cy="310528"/>
              </a:xfrm>
              <a:custGeom>
                <a:rect b="b" l="l" r="r" t="t"/>
                <a:pathLst>
                  <a:path extrusionOk="0" h="175" w="82">
                    <a:moveTo>
                      <a:pt x="8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2" y="175"/>
                      <a:pt x="12" y="175"/>
                      <a:pt x="12" y="175"/>
                    </a:cubicBezTo>
                    <a:cubicBezTo>
                      <a:pt x="38" y="150"/>
                      <a:pt x="62" y="120"/>
                      <a:pt x="82" y="86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FFFFFF">
                  <a:alpha val="30379"/>
                </a:srgbClr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43"/>
              <p:cNvSpPr/>
              <p:nvPr/>
            </p:nvSpPr>
            <p:spPr>
              <a:xfrm>
                <a:off x="3405943" y="1300061"/>
                <a:ext cx="77946" cy="174751"/>
              </a:xfrm>
              <a:custGeom>
                <a:rect b="b" l="l" r="r" t="t"/>
                <a:pathLst>
                  <a:path extrusionOk="0" h="99" w="44">
                    <a:moveTo>
                      <a:pt x="4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17" y="69"/>
                      <a:pt x="32" y="36"/>
                      <a:pt x="4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3"/>
              <p:cNvSpPr/>
              <p:nvPr/>
            </p:nvSpPr>
            <p:spPr>
              <a:xfrm>
                <a:off x="3146959" y="842440"/>
                <a:ext cx="712834" cy="261498"/>
              </a:xfrm>
              <a:custGeom>
                <a:rect b="b" l="l" r="r" t="t"/>
                <a:pathLst>
                  <a:path extrusionOk="0" h="148" w="402">
                    <a:moveTo>
                      <a:pt x="402" y="143"/>
                    </a:moveTo>
                    <a:cubicBezTo>
                      <a:pt x="402" y="146"/>
                      <a:pt x="400" y="148"/>
                      <a:pt x="397" y="148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2" y="148"/>
                      <a:pt x="0" y="146"/>
                      <a:pt x="0" y="14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397" y="0"/>
                      <a:pt x="397" y="0"/>
                      <a:pt x="397" y="0"/>
                    </a:cubicBezTo>
                    <a:cubicBezTo>
                      <a:pt x="400" y="0"/>
                      <a:pt x="402" y="3"/>
                      <a:pt x="402" y="5"/>
                    </a:cubicBezTo>
                    <a:cubicBezTo>
                      <a:pt x="402" y="143"/>
                      <a:pt x="402" y="143"/>
                      <a:pt x="402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43"/>
              <p:cNvSpPr/>
              <p:nvPr/>
            </p:nvSpPr>
            <p:spPr>
              <a:xfrm>
                <a:off x="3179646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43"/>
              <p:cNvSpPr/>
              <p:nvPr/>
            </p:nvSpPr>
            <p:spPr>
              <a:xfrm>
                <a:off x="3270165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43"/>
              <p:cNvSpPr/>
              <p:nvPr/>
            </p:nvSpPr>
            <p:spPr>
              <a:xfrm>
                <a:off x="3359426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8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3"/>
              <p:cNvSpPr/>
              <p:nvPr/>
            </p:nvSpPr>
            <p:spPr>
              <a:xfrm>
                <a:off x="3448688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5" y="121"/>
                      <a:pt x="5" y="121"/>
                      <a:pt x="5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3"/>
              <p:cNvSpPr/>
              <p:nvPr/>
            </p:nvSpPr>
            <p:spPr>
              <a:xfrm>
                <a:off x="3539206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3"/>
              <p:cNvSpPr/>
              <p:nvPr/>
            </p:nvSpPr>
            <p:spPr>
              <a:xfrm>
                <a:off x="3629724" y="867584"/>
                <a:ext cx="17601" cy="213724"/>
              </a:xfrm>
              <a:custGeom>
                <a:rect b="b" l="l" r="r" t="t"/>
                <a:pathLst>
                  <a:path extrusionOk="0" h="121" w="10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116"/>
                      <a:pt x="10" y="116"/>
                      <a:pt x="10" y="116"/>
                    </a:cubicBezTo>
                    <a:cubicBezTo>
                      <a:pt x="10" y="119"/>
                      <a:pt x="8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43"/>
              <p:cNvSpPr/>
              <p:nvPr/>
            </p:nvSpPr>
            <p:spPr>
              <a:xfrm>
                <a:off x="3717729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7" y="121"/>
                    </a:moveTo>
                    <a:cubicBezTo>
                      <a:pt x="5" y="121"/>
                      <a:pt x="5" y="121"/>
                      <a:pt x="5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7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43"/>
              <p:cNvSpPr/>
              <p:nvPr/>
            </p:nvSpPr>
            <p:spPr>
              <a:xfrm>
                <a:off x="3808248" y="867584"/>
                <a:ext cx="18858" cy="213724"/>
              </a:xfrm>
              <a:custGeom>
                <a:rect b="b" l="l" r="r" t="t"/>
                <a:pathLst>
                  <a:path extrusionOk="0" h="121" w="11">
                    <a:moveTo>
                      <a:pt x="6" y="121"/>
                    </a:moveTo>
                    <a:cubicBezTo>
                      <a:pt x="4" y="121"/>
                      <a:pt x="4" y="121"/>
                      <a:pt x="4" y="121"/>
                    </a:cubicBezTo>
                    <a:cubicBezTo>
                      <a:pt x="2" y="121"/>
                      <a:pt x="0" y="119"/>
                      <a:pt x="0" y="11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11" y="119"/>
                      <a:pt x="9" y="121"/>
                      <a:pt x="6" y="12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39450" lIns="78900" spcFirstLastPara="1" rIns="78900" wrap="square" tIns="394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4"/>
          <p:cNvSpPr txBox="1"/>
          <p:nvPr>
            <p:ph type="title"/>
          </p:nvPr>
        </p:nvSpPr>
        <p:spPr>
          <a:xfrm>
            <a:off x="4758875" y="2606559"/>
            <a:ext cx="34059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8" name="Google Shape;1008;p44"/>
          <p:cNvGrpSpPr/>
          <p:nvPr/>
        </p:nvGrpSpPr>
        <p:grpSpPr>
          <a:xfrm>
            <a:off x="1082195" y="1459499"/>
            <a:ext cx="2979624" cy="2513631"/>
            <a:chOff x="1082195" y="1459499"/>
            <a:chExt cx="2979624" cy="2513631"/>
          </a:xfrm>
        </p:grpSpPr>
        <p:grpSp>
          <p:nvGrpSpPr>
            <p:cNvPr id="1009" name="Google Shape;1009;p44"/>
            <p:cNvGrpSpPr/>
            <p:nvPr/>
          </p:nvGrpSpPr>
          <p:grpSpPr>
            <a:xfrm>
              <a:off x="1082195" y="1459499"/>
              <a:ext cx="2764387" cy="2089495"/>
              <a:chOff x="811176" y="500840"/>
              <a:chExt cx="2646359" cy="2000282"/>
            </a:xfrm>
          </p:grpSpPr>
          <p:sp>
            <p:nvSpPr>
              <p:cNvPr id="1010" name="Google Shape;1010;p44"/>
              <p:cNvSpPr/>
              <p:nvPr/>
            </p:nvSpPr>
            <p:spPr>
              <a:xfrm>
                <a:off x="811176" y="1009126"/>
                <a:ext cx="486500" cy="799951"/>
              </a:xfrm>
              <a:custGeom>
                <a:rect b="b" l="l" r="r" t="t"/>
                <a:pathLst>
                  <a:path extrusionOk="0" h="506" w="308">
                    <a:moveTo>
                      <a:pt x="285" y="21"/>
                    </a:moveTo>
                    <a:cubicBezTo>
                      <a:pt x="248" y="0"/>
                      <a:pt x="248" y="0"/>
                      <a:pt x="248" y="0"/>
                    </a:cubicBezTo>
                    <a:cubicBezTo>
                      <a:pt x="248" y="0"/>
                      <a:pt x="236" y="13"/>
                      <a:pt x="227" y="11"/>
                    </a:cubicBezTo>
                    <a:cubicBezTo>
                      <a:pt x="217" y="9"/>
                      <a:pt x="195" y="0"/>
                      <a:pt x="195" y="0"/>
                    </a:cubicBezTo>
                    <a:cubicBezTo>
                      <a:pt x="195" y="0"/>
                      <a:pt x="183" y="6"/>
                      <a:pt x="174" y="11"/>
                    </a:cubicBezTo>
                    <a:cubicBezTo>
                      <a:pt x="165" y="15"/>
                      <a:pt x="159" y="4"/>
                      <a:pt x="148" y="11"/>
                    </a:cubicBezTo>
                    <a:cubicBezTo>
                      <a:pt x="137" y="17"/>
                      <a:pt x="125" y="27"/>
                      <a:pt x="125" y="27"/>
                    </a:cubicBezTo>
                    <a:cubicBezTo>
                      <a:pt x="125" y="27"/>
                      <a:pt x="125" y="30"/>
                      <a:pt x="120" y="35"/>
                    </a:cubicBezTo>
                    <a:cubicBezTo>
                      <a:pt x="115" y="41"/>
                      <a:pt x="107" y="46"/>
                      <a:pt x="98" y="51"/>
                    </a:cubicBezTo>
                    <a:cubicBezTo>
                      <a:pt x="89" y="56"/>
                      <a:pt x="113" y="54"/>
                      <a:pt x="68" y="71"/>
                    </a:cubicBezTo>
                    <a:cubicBezTo>
                      <a:pt x="23" y="89"/>
                      <a:pt x="30" y="96"/>
                      <a:pt x="31" y="106"/>
                    </a:cubicBezTo>
                    <a:cubicBezTo>
                      <a:pt x="32" y="116"/>
                      <a:pt x="39" y="121"/>
                      <a:pt x="30" y="137"/>
                    </a:cubicBezTo>
                    <a:cubicBezTo>
                      <a:pt x="22" y="153"/>
                      <a:pt x="9" y="161"/>
                      <a:pt x="17" y="172"/>
                    </a:cubicBezTo>
                    <a:cubicBezTo>
                      <a:pt x="25" y="184"/>
                      <a:pt x="36" y="183"/>
                      <a:pt x="29" y="197"/>
                    </a:cubicBezTo>
                    <a:cubicBezTo>
                      <a:pt x="23" y="211"/>
                      <a:pt x="22" y="183"/>
                      <a:pt x="23" y="211"/>
                    </a:cubicBezTo>
                    <a:cubicBezTo>
                      <a:pt x="24" y="240"/>
                      <a:pt x="28" y="239"/>
                      <a:pt x="21" y="254"/>
                    </a:cubicBezTo>
                    <a:cubicBezTo>
                      <a:pt x="14" y="269"/>
                      <a:pt x="20" y="258"/>
                      <a:pt x="15" y="281"/>
                    </a:cubicBezTo>
                    <a:cubicBezTo>
                      <a:pt x="9" y="303"/>
                      <a:pt x="3" y="312"/>
                      <a:pt x="5" y="317"/>
                    </a:cubicBezTo>
                    <a:cubicBezTo>
                      <a:pt x="7" y="322"/>
                      <a:pt x="0" y="294"/>
                      <a:pt x="13" y="332"/>
                    </a:cubicBezTo>
                    <a:cubicBezTo>
                      <a:pt x="26" y="369"/>
                      <a:pt x="37" y="367"/>
                      <a:pt x="41" y="382"/>
                    </a:cubicBezTo>
                    <a:cubicBezTo>
                      <a:pt x="45" y="396"/>
                      <a:pt x="44" y="406"/>
                      <a:pt x="46" y="414"/>
                    </a:cubicBezTo>
                    <a:cubicBezTo>
                      <a:pt x="48" y="423"/>
                      <a:pt x="64" y="413"/>
                      <a:pt x="68" y="428"/>
                    </a:cubicBezTo>
                    <a:cubicBezTo>
                      <a:pt x="72" y="442"/>
                      <a:pt x="72" y="436"/>
                      <a:pt x="74" y="447"/>
                    </a:cubicBezTo>
                    <a:cubicBezTo>
                      <a:pt x="76" y="458"/>
                      <a:pt x="85" y="472"/>
                      <a:pt x="92" y="472"/>
                    </a:cubicBezTo>
                    <a:cubicBezTo>
                      <a:pt x="99" y="472"/>
                      <a:pt x="111" y="482"/>
                      <a:pt x="120" y="490"/>
                    </a:cubicBezTo>
                    <a:cubicBezTo>
                      <a:pt x="129" y="498"/>
                      <a:pt x="142" y="480"/>
                      <a:pt x="153" y="490"/>
                    </a:cubicBezTo>
                    <a:cubicBezTo>
                      <a:pt x="164" y="500"/>
                      <a:pt x="169" y="498"/>
                      <a:pt x="175" y="502"/>
                    </a:cubicBezTo>
                    <a:cubicBezTo>
                      <a:pt x="182" y="506"/>
                      <a:pt x="185" y="497"/>
                      <a:pt x="207" y="490"/>
                    </a:cubicBezTo>
                    <a:cubicBezTo>
                      <a:pt x="230" y="484"/>
                      <a:pt x="244" y="468"/>
                      <a:pt x="244" y="468"/>
                    </a:cubicBezTo>
                    <a:cubicBezTo>
                      <a:pt x="244" y="468"/>
                      <a:pt x="280" y="447"/>
                      <a:pt x="280" y="447"/>
                    </a:cubicBezTo>
                    <a:cubicBezTo>
                      <a:pt x="280" y="446"/>
                      <a:pt x="304" y="437"/>
                      <a:pt x="304" y="422"/>
                    </a:cubicBezTo>
                    <a:cubicBezTo>
                      <a:pt x="304" y="406"/>
                      <a:pt x="308" y="399"/>
                      <a:pt x="299" y="372"/>
                    </a:cubicBezTo>
                    <a:cubicBezTo>
                      <a:pt x="289" y="344"/>
                      <a:pt x="282" y="340"/>
                      <a:pt x="285" y="306"/>
                    </a:cubicBezTo>
                    <a:cubicBezTo>
                      <a:pt x="287" y="272"/>
                      <a:pt x="298" y="258"/>
                      <a:pt x="297" y="217"/>
                    </a:cubicBezTo>
                    <a:cubicBezTo>
                      <a:pt x="296" y="175"/>
                      <a:pt x="292" y="137"/>
                      <a:pt x="297" y="119"/>
                    </a:cubicBezTo>
                    <a:cubicBezTo>
                      <a:pt x="301" y="102"/>
                      <a:pt x="285" y="21"/>
                      <a:pt x="285" y="2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1" name="Google Shape;1011;p44"/>
              <p:cNvGrpSpPr/>
              <p:nvPr/>
            </p:nvGrpSpPr>
            <p:grpSpPr>
              <a:xfrm>
                <a:off x="1077700" y="500840"/>
                <a:ext cx="2379835" cy="2000282"/>
                <a:chOff x="1496438" y="1326625"/>
                <a:chExt cx="2290726" cy="1925385"/>
              </a:xfrm>
            </p:grpSpPr>
            <p:sp>
              <p:nvSpPr>
                <p:cNvPr id="1012" name="Google Shape;1012;p44"/>
                <p:cNvSpPr/>
                <p:nvPr/>
              </p:nvSpPr>
              <p:spPr>
                <a:xfrm>
                  <a:off x="2887054" y="1512463"/>
                  <a:ext cx="204800" cy="266748"/>
                </a:xfrm>
                <a:custGeom>
                  <a:rect b="b" l="l" r="r" t="t"/>
                  <a:pathLst>
                    <a:path extrusionOk="0" h="173" w="133">
                      <a:moveTo>
                        <a:pt x="126" y="0"/>
                      </a:moveTo>
                      <a:cubicBezTo>
                        <a:pt x="118" y="0"/>
                        <a:pt x="110" y="2"/>
                        <a:pt x="102" y="4"/>
                      </a:cubicBezTo>
                      <a:cubicBezTo>
                        <a:pt x="92" y="6"/>
                        <a:pt x="83" y="10"/>
                        <a:pt x="74" y="15"/>
                      </a:cubicBezTo>
                      <a:cubicBezTo>
                        <a:pt x="56" y="25"/>
                        <a:pt x="40" y="39"/>
                        <a:pt x="28" y="56"/>
                      </a:cubicBezTo>
                      <a:cubicBezTo>
                        <a:pt x="22" y="64"/>
                        <a:pt x="17" y="73"/>
                        <a:pt x="13" y="83"/>
                      </a:cubicBezTo>
                      <a:cubicBezTo>
                        <a:pt x="9" y="92"/>
                        <a:pt x="6" y="102"/>
                        <a:pt x="4" y="112"/>
                      </a:cubicBezTo>
                      <a:cubicBezTo>
                        <a:pt x="0" y="132"/>
                        <a:pt x="0" y="153"/>
                        <a:pt x="7" y="173"/>
                      </a:cubicBezTo>
                      <a:cubicBezTo>
                        <a:pt x="19" y="155"/>
                        <a:pt x="27" y="139"/>
                        <a:pt x="36" y="124"/>
                      </a:cubicBezTo>
                      <a:cubicBezTo>
                        <a:pt x="45" y="109"/>
                        <a:pt x="54" y="95"/>
                        <a:pt x="64" y="82"/>
                      </a:cubicBezTo>
                      <a:cubicBezTo>
                        <a:pt x="73" y="68"/>
                        <a:pt x="84" y="55"/>
                        <a:pt x="95" y="42"/>
                      </a:cubicBezTo>
                      <a:cubicBezTo>
                        <a:pt x="107" y="29"/>
                        <a:pt x="119" y="16"/>
                        <a:pt x="133" y="1"/>
                      </a:cubicBezTo>
                      <a:cubicBezTo>
                        <a:pt x="130" y="0"/>
                        <a:pt x="128" y="0"/>
                        <a:pt x="126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44"/>
                <p:cNvSpPr/>
                <p:nvPr/>
              </p:nvSpPr>
              <p:spPr>
                <a:xfrm>
                  <a:off x="2544457" y="1651525"/>
                  <a:ext cx="2528" cy="5057"/>
                </a:xfrm>
                <a:custGeom>
                  <a:rect b="b" l="l" r="r" t="t"/>
                  <a:pathLst>
                    <a:path extrusionOk="0" h="4" w="1">
                      <a:moveTo>
                        <a:pt x="1" y="2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1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4EC0A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44"/>
                <p:cNvSpPr/>
                <p:nvPr/>
              </p:nvSpPr>
              <p:spPr>
                <a:xfrm>
                  <a:off x="2613988" y="2312706"/>
                  <a:ext cx="0" cy="1265"/>
                </a:xfrm>
                <a:custGeom>
                  <a:rect b="b" l="l" r="r" t="t"/>
                  <a:pathLst>
                    <a:path extrusionOk="0" h="1" w="120000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4EC0A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015" name="Google Shape;1015;p44"/>
                <p:cNvCxnSpPr/>
                <p:nvPr/>
              </p:nvCxnSpPr>
              <p:spPr>
                <a:xfrm>
                  <a:off x="2491361" y="2292478"/>
                  <a:ext cx="0" cy="0"/>
                </a:xfrm>
                <a:prstGeom prst="straightConnector1">
                  <a:avLst/>
                </a:prstGeom>
                <a:noFill/>
                <a:ln>
                  <a:noFill/>
                </a:ln>
              </p:spPr>
            </p:cxnSp>
            <p:cxnSp>
              <p:nvCxnSpPr>
                <p:cNvPr id="1016" name="Google Shape;1016;p44"/>
                <p:cNvCxnSpPr/>
                <p:nvPr/>
              </p:nvCxnSpPr>
              <p:spPr>
                <a:xfrm>
                  <a:off x="2491361" y="2292478"/>
                  <a:ext cx="0" cy="0"/>
                </a:xfrm>
                <a:prstGeom prst="straightConnector1">
                  <a:avLst/>
                </a:prstGeom>
                <a:noFill/>
                <a:ln>
                  <a:noFill/>
                </a:ln>
              </p:spPr>
            </p:cxnSp>
            <p:sp>
              <p:nvSpPr>
                <p:cNvPr id="1017" name="Google Shape;1017;p44"/>
                <p:cNvSpPr/>
                <p:nvPr/>
              </p:nvSpPr>
              <p:spPr>
                <a:xfrm>
                  <a:off x="2152556" y="1356966"/>
                  <a:ext cx="906429" cy="1841950"/>
                </a:xfrm>
                <a:custGeom>
                  <a:rect b="b" l="l" r="r" t="t"/>
                  <a:pathLst>
                    <a:path extrusionOk="0" h="1191" w="587">
                      <a:moveTo>
                        <a:pt x="584" y="713"/>
                      </a:moveTo>
                      <a:cubicBezTo>
                        <a:pt x="581" y="703"/>
                        <a:pt x="569" y="694"/>
                        <a:pt x="558" y="698"/>
                      </a:cubicBezTo>
                      <a:cubicBezTo>
                        <a:pt x="538" y="706"/>
                        <a:pt x="516" y="713"/>
                        <a:pt x="494" y="717"/>
                      </a:cubicBezTo>
                      <a:cubicBezTo>
                        <a:pt x="490" y="718"/>
                        <a:pt x="486" y="719"/>
                        <a:pt x="481" y="720"/>
                      </a:cubicBezTo>
                      <a:cubicBezTo>
                        <a:pt x="479" y="720"/>
                        <a:pt x="477" y="720"/>
                        <a:pt x="475" y="721"/>
                      </a:cubicBezTo>
                      <a:cubicBezTo>
                        <a:pt x="474" y="721"/>
                        <a:pt x="473" y="721"/>
                        <a:pt x="472" y="721"/>
                      </a:cubicBezTo>
                      <a:cubicBezTo>
                        <a:pt x="463" y="722"/>
                        <a:pt x="454" y="723"/>
                        <a:pt x="445" y="723"/>
                      </a:cubicBezTo>
                      <a:cubicBezTo>
                        <a:pt x="437" y="723"/>
                        <a:pt x="429" y="722"/>
                        <a:pt x="421" y="722"/>
                      </a:cubicBezTo>
                      <a:cubicBezTo>
                        <a:pt x="420" y="722"/>
                        <a:pt x="418" y="721"/>
                        <a:pt x="417" y="721"/>
                      </a:cubicBezTo>
                      <a:cubicBezTo>
                        <a:pt x="417" y="721"/>
                        <a:pt x="418" y="721"/>
                        <a:pt x="418" y="721"/>
                      </a:cubicBezTo>
                      <a:cubicBezTo>
                        <a:pt x="418" y="721"/>
                        <a:pt x="417" y="721"/>
                        <a:pt x="416" y="721"/>
                      </a:cubicBezTo>
                      <a:cubicBezTo>
                        <a:pt x="416" y="721"/>
                        <a:pt x="416" y="721"/>
                        <a:pt x="416" y="721"/>
                      </a:cubicBezTo>
                      <a:cubicBezTo>
                        <a:pt x="415" y="721"/>
                        <a:pt x="414" y="721"/>
                        <a:pt x="414" y="721"/>
                      </a:cubicBezTo>
                      <a:cubicBezTo>
                        <a:pt x="411" y="720"/>
                        <a:pt x="408" y="720"/>
                        <a:pt x="405" y="719"/>
                      </a:cubicBezTo>
                      <a:cubicBezTo>
                        <a:pt x="398" y="718"/>
                        <a:pt x="391" y="716"/>
                        <a:pt x="385" y="714"/>
                      </a:cubicBezTo>
                      <a:cubicBezTo>
                        <a:pt x="382" y="713"/>
                        <a:pt x="379" y="712"/>
                        <a:pt x="376" y="711"/>
                      </a:cubicBezTo>
                      <a:cubicBezTo>
                        <a:pt x="375" y="710"/>
                        <a:pt x="373" y="709"/>
                        <a:pt x="372" y="709"/>
                      </a:cubicBezTo>
                      <a:cubicBezTo>
                        <a:pt x="379" y="711"/>
                        <a:pt x="373" y="709"/>
                        <a:pt x="371" y="708"/>
                      </a:cubicBezTo>
                      <a:cubicBezTo>
                        <a:pt x="361" y="704"/>
                        <a:pt x="351" y="698"/>
                        <a:pt x="341" y="691"/>
                      </a:cubicBezTo>
                      <a:cubicBezTo>
                        <a:pt x="341" y="691"/>
                        <a:pt x="340" y="690"/>
                        <a:pt x="339" y="689"/>
                      </a:cubicBezTo>
                      <a:cubicBezTo>
                        <a:pt x="339" y="689"/>
                        <a:pt x="339" y="689"/>
                        <a:pt x="339" y="689"/>
                      </a:cubicBezTo>
                      <a:cubicBezTo>
                        <a:pt x="336" y="687"/>
                        <a:pt x="334" y="686"/>
                        <a:pt x="332" y="684"/>
                      </a:cubicBezTo>
                      <a:cubicBezTo>
                        <a:pt x="329" y="680"/>
                        <a:pt x="325" y="677"/>
                        <a:pt x="322" y="674"/>
                      </a:cubicBezTo>
                      <a:cubicBezTo>
                        <a:pt x="318" y="670"/>
                        <a:pt x="315" y="667"/>
                        <a:pt x="312" y="663"/>
                      </a:cubicBezTo>
                      <a:cubicBezTo>
                        <a:pt x="311" y="661"/>
                        <a:pt x="310" y="660"/>
                        <a:pt x="308" y="658"/>
                      </a:cubicBezTo>
                      <a:cubicBezTo>
                        <a:pt x="314" y="665"/>
                        <a:pt x="308" y="658"/>
                        <a:pt x="307" y="656"/>
                      </a:cubicBezTo>
                      <a:cubicBezTo>
                        <a:pt x="303" y="650"/>
                        <a:pt x="299" y="644"/>
                        <a:pt x="295" y="638"/>
                      </a:cubicBezTo>
                      <a:cubicBezTo>
                        <a:pt x="295" y="637"/>
                        <a:pt x="294" y="636"/>
                        <a:pt x="294" y="635"/>
                      </a:cubicBezTo>
                      <a:cubicBezTo>
                        <a:pt x="295" y="627"/>
                        <a:pt x="296" y="618"/>
                        <a:pt x="297" y="609"/>
                      </a:cubicBezTo>
                      <a:cubicBezTo>
                        <a:pt x="297" y="603"/>
                        <a:pt x="298" y="598"/>
                        <a:pt x="299" y="592"/>
                      </a:cubicBezTo>
                      <a:cubicBezTo>
                        <a:pt x="299" y="591"/>
                        <a:pt x="299" y="591"/>
                        <a:pt x="299" y="591"/>
                      </a:cubicBezTo>
                      <a:cubicBezTo>
                        <a:pt x="299" y="592"/>
                        <a:pt x="298" y="593"/>
                        <a:pt x="298" y="594"/>
                      </a:cubicBezTo>
                      <a:cubicBezTo>
                        <a:pt x="298" y="593"/>
                        <a:pt x="299" y="592"/>
                        <a:pt x="299" y="591"/>
                      </a:cubicBezTo>
                      <a:cubicBezTo>
                        <a:pt x="299" y="591"/>
                        <a:pt x="299" y="591"/>
                        <a:pt x="299" y="591"/>
                      </a:cubicBezTo>
                      <a:cubicBezTo>
                        <a:pt x="299" y="589"/>
                        <a:pt x="299" y="587"/>
                        <a:pt x="299" y="590"/>
                      </a:cubicBezTo>
                      <a:cubicBezTo>
                        <a:pt x="299" y="588"/>
                        <a:pt x="299" y="586"/>
                        <a:pt x="300" y="584"/>
                      </a:cubicBezTo>
                      <a:cubicBezTo>
                        <a:pt x="303" y="559"/>
                        <a:pt x="309" y="535"/>
                        <a:pt x="313" y="511"/>
                      </a:cubicBezTo>
                      <a:cubicBezTo>
                        <a:pt x="332" y="401"/>
                        <a:pt x="332" y="289"/>
                        <a:pt x="318" y="178"/>
                      </a:cubicBezTo>
                      <a:cubicBezTo>
                        <a:pt x="312" y="127"/>
                        <a:pt x="305" y="75"/>
                        <a:pt x="291" y="25"/>
                      </a:cubicBezTo>
                      <a:cubicBezTo>
                        <a:pt x="286" y="8"/>
                        <a:pt x="269" y="0"/>
                        <a:pt x="253" y="3"/>
                      </a:cubicBezTo>
                      <a:cubicBezTo>
                        <a:pt x="236" y="7"/>
                        <a:pt x="227" y="26"/>
                        <a:pt x="231" y="41"/>
                      </a:cubicBezTo>
                      <a:cubicBezTo>
                        <a:pt x="231" y="42"/>
                        <a:pt x="232" y="43"/>
                        <a:pt x="232" y="44"/>
                      </a:cubicBezTo>
                      <a:cubicBezTo>
                        <a:pt x="237" y="63"/>
                        <a:pt x="241" y="83"/>
                        <a:pt x="244" y="102"/>
                      </a:cubicBezTo>
                      <a:cubicBezTo>
                        <a:pt x="248" y="120"/>
                        <a:pt x="251" y="138"/>
                        <a:pt x="253" y="156"/>
                      </a:cubicBezTo>
                      <a:cubicBezTo>
                        <a:pt x="254" y="158"/>
                        <a:pt x="254" y="160"/>
                        <a:pt x="254" y="162"/>
                      </a:cubicBezTo>
                      <a:cubicBezTo>
                        <a:pt x="254" y="162"/>
                        <a:pt x="254" y="164"/>
                        <a:pt x="255" y="165"/>
                      </a:cubicBezTo>
                      <a:cubicBezTo>
                        <a:pt x="255" y="165"/>
                        <a:pt x="255" y="165"/>
                        <a:pt x="255" y="165"/>
                      </a:cubicBezTo>
                      <a:cubicBezTo>
                        <a:pt x="255" y="166"/>
                        <a:pt x="255" y="167"/>
                        <a:pt x="255" y="168"/>
                      </a:cubicBezTo>
                      <a:cubicBezTo>
                        <a:pt x="255" y="167"/>
                        <a:pt x="255" y="166"/>
                        <a:pt x="255" y="166"/>
                      </a:cubicBezTo>
                      <a:cubicBezTo>
                        <a:pt x="255" y="171"/>
                        <a:pt x="256" y="176"/>
                        <a:pt x="257" y="181"/>
                      </a:cubicBezTo>
                      <a:cubicBezTo>
                        <a:pt x="258" y="192"/>
                        <a:pt x="259" y="203"/>
                        <a:pt x="260" y="214"/>
                      </a:cubicBezTo>
                      <a:cubicBezTo>
                        <a:pt x="265" y="268"/>
                        <a:pt x="267" y="321"/>
                        <a:pt x="265" y="375"/>
                      </a:cubicBezTo>
                      <a:cubicBezTo>
                        <a:pt x="264" y="404"/>
                        <a:pt x="262" y="434"/>
                        <a:pt x="258" y="463"/>
                      </a:cubicBezTo>
                      <a:cubicBezTo>
                        <a:pt x="258" y="465"/>
                        <a:pt x="256" y="473"/>
                        <a:pt x="258" y="464"/>
                      </a:cubicBezTo>
                      <a:cubicBezTo>
                        <a:pt x="258" y="466"/>
                        <a:pt x="257" y="467"/>
                        <a:pt x="257" y="468"/>
                      </a:cubicBezTo>
                      <a:cubicBezTo>
                        <a:pt x="257" y="472"/>
                        <a:pt x="256" y="476"/>
                        <a:pt x="256" y="479"/>
                      </a:cubicBezTo>
                      <a:cubicBezTo>
                        <a:pt x="255" y="487"/>
                        <a:pt x="253" y="494"/>
                        <a:pt x="252" y="501"/>
                      </a:cubicBezTo>
                      <a:cubicBezTo>
                        <a:pt x="250" y="514"/>
                        <a:pt x="247" y="526"/>
                        <a:pt x="245" y="539"/>
                      </a:cubicBezTo>
                      <a:cubicBezTo>
                        <a:pt x="234" y="598"/>
                        <a:pt x="177" y="597"/>
                        <a:pt x="165" y="596"/>
                      </a:cubicBezTo>
                      <a:cubicBezTo>
                        <a:pt x="156" y="594"/>
                        <a:pt x="146" y="592"/>
                        <a:pt x="137" y="588"/>
                      </a:cubicBezTo>
                      <a:cubicBezTo>
                        <a:pt x="133" y="586"/>
                        <a:pt x="129" y="584"/>
                        <a:pt x="124" y="582"/>
                      </a:cubicBezTo>
                      <a:cubicBezTo>
                        <a:pt x="122" y="580"/>
                        <a:pt x="120" y="579"/>
                        <a:pt x="118" y="577"/>
                      </a:cubicBezTo>
                      <a:cubicBezTo>
                        <a:pt x="117" y="577"/>
                        <a:pt x="115" y="576"/>
                        <a:pt x="114" y="575"/>
                      </a:cubicBezTo>
                      <a:cubicBezTo>
                        <a:pt x="114" y="575"/>
                        <a:pt x="114" y="575"/>
                        <a:pt x="113" y="574"/>
                      </a:cubicBezTo>
                      <a:cubicBezTo>
                        <a:pt x="113" y="574"/>
                        <a:pt x="112" y="574"/>
                        <a:pt x="112" y="573"/>
                      </a:cubicBezTo>
                      <a:cubicBezTo>
                        <a:pt x="111" y="573"/>
                        <a:pt x="111" y="572"/>
                        <a:pt x="110" y="571"/>
                      </a:cubicBezTo>
                      <a:cubicBezTo>
                        <a:pt x="108" y="570"/>
                        <a:pt x="107" y="569"/>
                        <a:pt x="105" y="567"/>
                      </a:cubicBezTo>
                      <a:cubicBezTo>
                        <a:pt x="102" y="564"/>
                        <a:pt x="99" y="561"/>
                        <a:pt x="96" y="558"/>
                      </a:cubicBezTo>
                      <a:cubicBezTo>
                        <a:pt x="94" y="556"/>
                        <a:pt x="93" y="555"/>
                        <a:pt x="92" y="553"/>
                      </a:cubicBezTo>
                      <a:cubicBezTo>
                        <a:pt x="91" y="552"/>
                        <a:pt x="91" y="552"/>
                        <a:pt x="90" y="551"/>
                      </a:cubicBezTo>
                      <a:cubicBezTo>
                        <a:pt x="89" y="549"/>
                        <a:pt x="87" y="546"/>
                        <a:pt x="85" y="544"/>
                      </a:cubicBezTo>
                      <a:cubicBezTo>
                        <a:pt x="80" y="536"/>
                        <a:pt x="76" y="528"/>
                        <a:pt x="72" y="520"/>
                      </a:cubicBezTo>
                      <a:cubicBezTo>
                        <a:pt x="71" y="519"/>
                        <a:pt x="71" y="519"/>
                        <a:pt x="71" y="519"/>
                      </a:cubicBezTo>
                      <a:cubicBezTo>
                        <a:pt x="71" y="518"/>
                        <a:pt x="71" y="518"/>
                        <a:pt x="71" y="518"/>
                      </a:cubicBezTo>
                      <a:cubicBezTo>
                        <a:pt x="71" y="519"/>
                        <a:pt x="71" y="519"/>
                        <a:pt x="71" y="519"/>
                      </a:cubicBezTo>
                      <a:cubicBezTo>
                        <a:pt x="66" y="508"/>
                        <a:pt x="56" y="503"/>
                        <a:pt x="44" y="505"/>
                      </a:cubicBezTo>
                      <a:cubicBezTo>
                        <a:pt x="38" y="507"/>
                        <a:pt x="33" y="511"/>
                        <a:pt x="30" y="516"/>
                      </a:cubicBezTo>
                      <a:cubicBezTo>
                        <a:pt x="27" y="521"/>
                        <a:pt x="26" y="529"/>
                        <a:pt x="28" y="534"/>
                      </a:cubicBezTo>
                      <a:cubicBezTo>
                        <a:pt x="30" y="540"/>
                        <a:pt x="33" y="547"/>
                        <a:pt x="36" y="552"/>
                      </a:cubicBezTo>
                      <a:cubicBezTo>
                        <a:pt x="49" y="577"/>
                        <a:pt x="68" y="598"/>
                        <a:pt x="90" y="614"/>
                      </a:cubicBezTo>
                      <a:cubicBezTo>
                        <a:pt x="107" y="627"/>
                        <a:pt x="126" y="635"/>
                        <a:pt x="147" y="640"/>
                      </a:cubicBezTo>
                      <a:cubicBezTo>
                        <a:pt x="143" y="642"/>
                        <a:pt x="138" y="644"/>
                        <a:pt x="134" y="646"/>
                      </a:cubicBezTo>
                      <a:cubicBezTo>
                        <a:pt x="121" y="651"/>
                        <a:pt x="107" y="655"/>
                        <a:pt x="93" y="657"/>
                      </a:cubicBezTo>
                      <a:cubicBezTo>
                        <a:pt x="80" y="658"/>
                        <a:pt x="67" y="659"/>
                        <a:pt x="54" y="657"/>
                      </a:cubicBezTo>
                      <a:cubicBezTo>
                        <a:pt x="52" y="657"/>
                        <a:pt x="49" y="656"/>
                        <a:pt x="47" y="656"/>
                      </a:cubicBezTo>
                      <a:cubicBezTo>
                        <a:pt x="41" y="655"/>
                        <a:pt x="36" y="654"/>
                        <a:pt x="31" y="652"/>
                      </a:cubicBezTo>
                      <a:cubicBezTo>
                        <a:pt x="19" y="647"/>
                        <a:pt x="6" y="657"/>
                        <a:pt x="2" y="668"/>
                      </a:cubicBezTo>
                      <a:cubicBezTo>
                        <a:pt x="0" y="673"/>
                        <a:pt x="2" y="681"/>
                        <a:pt x="5" y="686"/>
                      </a:cubicBezTo>
                      <a:cubicBezTo>
                        <a:pt x="8" y="691"/>
                        <a:pt x="13" y="694"/>
                        <a:pt x="18" y="696"/>
                      </a:cubicBezTo>
                      <a:cubicBezTo>
                        <a:pt x="19" y="697"/>
                        <a:pt x="19" y="697"/>
                        <a:pt x="19" y="697"/>
                      </a:cubicBezTo>
                      <a:cubicBezTo>
                        <a:pt x="25" y="699"/>
                        <a:pt x="33" y="700"/>
                        <a:pt x="40" y="702"/>
                      </a:cubicBezTo>
                      <a:cubicBezTo>
                        <a:pt x="57" y="705"/>
                        <a:pt x="74" y="706"/>
                        <a:pt x="92" y="704"/>
                      </a:cubicBezTo>
                      <a:cubicBezTo>
                        <a:pt x="118" y="701"/>
                        <a:pt x="142" y="694"/>
                        <a:pt x="166" y="682"/>
                      </a:cubicBezTo>
                      <a:cubicBezTo>
                        <a:pt x="190" y="670"/>
                        <a:pt x="213" y="652"/>
                        <a:pt x="232" y="633"/>
                      </a:cubicBezTo>
                      <a:cubicBezTo>
                        <a:pt x="227" y="694"/>
                        <a:pt x="226" y="755"/>
                        <a:pt x="229" y="816"/>
                      </a:cubicBezTo>
                      <a:cubicBezTo>
                        <a:pt x="232" y="899"/>
                        <a:pt x="240" y="981"/>
                        <a:pt x="251" y="1063"/>
                      </a:cubicBezTo>
                      <a:cubicBezTo>
                        <a:pt x="255" y="1097"/>
                        <a:pt x="260" y="1132"/>
                        <a:pt x="267" y="1166"/>
                      </a:cubicBezTo>
                      <a:cubicBezTo>
                        <a:pt x="270" y="1183"/>
                        <a:pt x="290" y="1191"/>
                        <a:pt x="305" y="1188"/>
                      </a:cubicBezTo>
                      <a:cubicBezTo>
                        <a:pt x="312" y="1186"/>
                        <a:pt x="320" y="1180"/>
                        <a:pt x="324" y="1174"/>
                      </a:cubicBezTo>
                      <a:cubicBezTo>
                        <a:pt x="328" y="1166"/>
                        <a:pt x="328" y="1158"/>
                        <a:pt x="327" y="1150"/>
                      </a:cubicBezTo>
                      <a:cubicBezTo>
                        <a:pt x="327" y="1149"/>
                        <a:pt x="327" y="1148"/>
                        <a:pt x="326" y="1148"/>
                      </a:cubicBezTo>
                      <a:cubicBezTo>
                        <a:pt x="324" y="1134"/>
                        <a:pt x="322" y="1121"/>
                        <a:pt x="319" y="1107"/>
                      </a:cubicBezTo>
                      <a:cubicBezTo>
                        <a:pt x="317" y="1094"/>
                        <a:pt x="316" y="1082"/>
                        <a:pt x="314" y="1069"/>
                      </a:cubicBezTo>
                      <a:cubicBezTo>
                        <a:pt x="313" y="1062"/>
                        <a:pt x="312" y="1055"/>
                        <a:pt x="311" y="1048"/>
                      </a:cubicBezTo>
                      <a:cubicBezTo>
                        <a:pt x="311" y="1048"/>
                        <a:pt x="311" y="1048"/>
                        <a:pt x="311" y="1048"/>
                      </a:cubicBezTo>
                      <a:cubicBezTo>
                        <a:pt x="311" y="1046"/>
                        <a:pt x="310" y="1044"/>
                        <a:pt x="310" y="1042"/>
                      </a:cubicBezTo>
                      <a:cubicBezTo>
                        <a:pt x="309" y="1038"/>
                        <a:pt x="309" y="1034"/>
                        <a:pt x="308" y="1030"/>
                      </a:cubicBezTo>
                      <a:cubicBezTo>
                        <a:pt x="298" y="947"/>
                        <a:pt x="291" y="864"/>
                        <a:pt x="290" y="780"/>
                      </a:cubicBezTo>
                      <a:cubicBezTo>
                        <a:pt x="289" y="754"/>
                        <a:pt x="289" y="727"/>
                        <a:pt x="290" y="701"/>
                      </a:cubicBezTo>
                      <a:cubicBezTo>
                        <a:pt x="327" y="740"/>
                        <a:pt x="379" y="761"/>
                        <a:pt x="432" y="764"/>
                      </a:cubicBezTo>
                      <a:cubicBezTo>
                        <a:pt x="479" y="766"/>
                        <a:pt x="526" y="755"/>
                        <a:pt x="569" y="738"/>
                      </a:cubicBezTo>
                      <a:cubicBezTo>
                        <a:pt x="579" y="734"/>
                        <a:pt x="587" y="724"/>
                        <a:pt x="584" y="71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8" name="Google Shape;1018;p44"/>
                <p:cNvSpPr/>
                <p:nvPr/>
              </p:nvSpPr>
              <p:spPr>
                <a:xfrm>
                  <a:off x="2792239" y="2514978"/>
                  <a:ext cx="5057" cy="0"/>
                </a:xfrm>
                <a:custGeom>
                  <a:rect b="b" l="l" r="r" t="t"/>
                  <a:pathLst>
                    <a:path extrusionOk="0" h="120000" w="3">
                      <a:moveTo>
                        <a:pt x="2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4EC0A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44"/>
                <p:cNvSpPr/>
                <p:nvPr/>
              </p:nvSpPr>
              <p:spPr>
                <a:xfrm>
                  <a:off x="2737879" y="1589580"/>
                  <a:ext cx="0" cy="6321"/>
                </a:xfrm>
                <a:custGeom>
                  <a:rect b="b" l="l" r="r" t="t"/>
                  <a:pathLst>
                    <a:path extrusionOk="0" h="4" w="120000">
                      <a:moveTo>
                        <a:pt x="0" y="3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5C9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44"/>
                <p:cNvSpPr/>
                <p:nvPr/>
              </p:nvSpPr>
              <p:spPr>
                <a:xfrm>
                  <a:off x="2669613" y="2250759"/>
                  <a:ext cx="0" cy="1265"/>
                </a:xfrm>
                <a:custGeom>
                  <a:rect b="b" l="l" r="r" t="t"/>
                  <a:pathLst>
                    <a:path extrusionOk="0" h="1" w="120000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5C9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44"/>
                <p:cNvSpPr/>
                <p:nvPr/>
              </p:nvSpPr>
              <p:spPr>
                <a:xfrm>
                  <a:off x="2220822" y="1326625"/>
                  <a:ext cx="896316" cy="1840685"/>
                </a:xfrm>
                <a:custGeom>
                  <a:rect b="b" l="l" r="r" t="t"/>
                  <a:pathLst>
                    <a:path extrusionOk="0" h="1191" w="580">
                      <a:moveTo>
                        <a:pt x="578" y="553"/>
                      </a:moveTo>
                      <a:cubicBezTo>
                        <a:pt x="575" y="542"/>
                        <a:pt x="562" y="532"/>
                        <a:pt x="550" y="537"/>
                      </a:cubicBezTo>
                      <a:cubicBezTo>
                        <a:pt x="544" y="539"/>
                        <a:pt x="539" y="540"/>
                        <a:pt x="533" y="541"/>
                      </a:cubicBezTo>
                      <a:cubicBezTo>
                        <a:pt x="531" y="542"/>
                        <a:pt x="528" y="542"/>
                        <a:pt x="526" y="542"/>
                      </a:cubicBezTo>
                      <a:cubicBezTo>
                        <a:pt x="513" y="544"/>
                        <a:pt x="500" y="544"/>
                        <a:pt x="487" y="542"/>
                      </a:cubicBezTo>
                      <a:cubicBezTo>
                        <a:pt x="473" y="540"/>
                        <a:pt x="459" y="536"/>
                        <a:pt x="446" y="531"/>
                      </a:cubicBezTo>
                      <a:cubicBezTo>
                        <a:pt x="442" y="529"/>
                        <a:pt x="438" y="527"/>
                        <a:pt x="433" y="525"/>
                      </a:cubicBezTo>
                      <a:cubicBezTo>
                        <a:pt x="454" y="521"/>
                        <a:pt x="474" y="512"/>
                        <a:pt x="491" y="500"/>
                      </a:cubicBezTo>
                      <a:cubicBezTo>
                        <a:pt x="513" y="483"/>
                        <a:pt x="531" y="462"/>
                        <a:pt x="544" y="438"/>
                      </a:cubicBezTo>
                      <a:cubicBezTo>
                        <a:pt x="547" y="432"/>
                        <a:pt x="550" y="426"/>
                        <a:pt x="553" y="419"/>
                      </a:cubicBezTo>
                      <a:cubicBezTo>
                        <a:pt x="555" y="414"/>
                        <a:pt x="553" y="406"/>
                        <a:pt x="550" y="401"/>
                      </a:cubicBezTo>
                      <a:cubicBezTo>
                        <a:pt x="547" y="396"/>
                        <a:pt x="542" y="392"/>
                        <a:pt x="536" y="391"/>
                      </a:cubicBezTo>
                      <a:cubicBezTo>
                        <a:pt x="524" y="388"/>
                        <a:pt x="514" y="394"/>
                        <a:pt x="509" y="404"/>
                      </a:cubicBezTo>
                      <a:cubicBezTo>
                        <a:pt x="509" y="404"/>
                        <a:pt x="509" y="404"/>
                        <a:pt x="509" y="404"/>
                      </a:cubicBezTo>
                      <a:cubicBezTo>
                        <a:pt x="509" y="404"/>
                        <a:pt x="509" y="404"/>
                        <a:pt x="509" y="404"/>
                      </a:cubicBezTo>
                      <a:cubicBezTo>
                        <a:pt x="508" y="405"/>
                        <a:pt x="508" y="405"/>
                        <a:pt x="508" y="405"/>
                      </a:cubicBezTo>
                      <a:cubicBezTo>
                        <a:pt x="505" y="413"/>
                        <a:pt x="500" y="421"/>
                        <a:pt x="495" y="429"/>
                      </a:cubicBezTo>
                      <a:cubicBezTo>
                        <a:pt x="494" y="431"/>
                        <a:pt x="492" y="434"/>
                        <a:pt x="490" y="437"/>
                      </a:cubicBezTo>
                      <a:cubicBezTo>
                        <a:pt x="489" y="437"/>
                        <a:pt x="489" y="438"/>
                        <a:pt x="489" y="438"/>
                      </a:cubicBezTo>
                      <a:cubicBezTo>
                        <a:pt x="487" y="440"/>
                        <a:pt x="486" y="441"/>
                        <a:pt x="484" y="443"/>
                      </a:cubicBezTo>
                      <a:cubicBezTo>
                        <a:pt x="481" y="446"/>
                        <a:pt x="478" y="449"/>
                        <a:pt x="475" y="452"/>
                      </a:cubicBezTo>
                      <a:cubicBezTo>
                        <a:pt x="474" y="454"/>
                        <a:pt x="472" y="455"/>
                        <a:pt x="470" y="457"/>
                      </a:cubicBezTo>
                      <a:cubicBezTo>
                        <a:pt x="470" y="457"/>
                        <a:pt x="469" y="458"/>
                        <a:pt x="468" y="459"/>
                      </a:cubicBezTo>
                      <a:cubicBezTo>
                        <a:pt x="468" y="459"/>
                        <a:pt x="467" y="459"/>
                        <a:pt x="467" y="460"/>
                      </a:cubicBezTo>
                      <a:cubicBezTo>
                        <a:pt x="466" y="460"/>
                        <a:pt x="466" y="460"/>
                        <a:pt x="466" y="460"/>
                      </a:cubicBezTo>
                      <a:cubicBezTo>
                        <a:pt x="465" y="461"/>
                        <a:pt x="464" y="462"/>
                        <a:pt x="463" y="463"/>
                      </a:cubicBezTo>
                      <a:cubicBezTo>
                        <a:pt x="460" y="464"/>
                        <a:pt x="458" y="466"/>
                        <a:pt x="456" y="467"/>
                      </a:cubicBezTo>
                      <a:cubicBezTo>
                        <a:pt x="452" y="469"/>
                        <a:pt x="447" y="472"/>
                        <a:pt x="443" y="474"/>
                      </a:cubicBezTo>
                      <a:cubicBezTo>
                        <a:pt x="434" y="477"/>
                        <a:pt x="425" y="480"/>
                        <a:pt x="415" y="481"/>
                      </a:cubicBezTo>
                      <a:cubicBezTo>
                        <a:pt x="403" y="482"/>
                        <a:pt x="368" y="479"/>
                        <a:pt x="341" y="433"/>
                      </a:cubicBezTo>
                      <a:cubicBezTo>
                        <a:pt x="336" y="424"/>
                        <a:pt x="331" y="416"/>
                        <a:pt x="326" y="408"/>
                      </a:cubicBezTo>
                      <a:cubicBezTo>
                        <a:pt x="325" y="397"/>
                        <a:pt x="325" y="386"/>
                        <a:pt x="324" y="375"/>
                      </a:cubicBezTo>
                      <a:cubicBezTo>
                        <a:pt x="322" y="321"/>
                        <a:pt x="324" y="268"/>
                        <a:pt x="329" y="214"/>
                      </a:cubicBezTo>
                      <a:cubicBezTo>
                        <a:pt x="330" y="203"/>
                        <a:pt x="331" y="192"/>
                        <a:pt x="333" y="181"/>
                      </a:cubicBezTo>
                      <a:cubicBezTo>
                        <a:pt x="333" y="176"/>
                        <a:pt x="334" y="171"/>
                        <a:pt x="335" y="166"/>
                      </a:cubicBezTo>
                      <a:cubicBezTo>
                        <a:pt x="335" y="166"/>
                        <a:pt x="334" y="167"/>
                        <a:pt x="334" y="168"/>
                      </a:cubicBezTo>
                      <a:cubicBezTo>
                        <a:pt x="335" y="167"/>
                        <a:pt x="335" y="166"/>
                        <a:pt x="335" y="165"/>
                      </a:cubicBezTo>
                      <a:cubicBezTo>
                        <a:pt x="335" y="165"/>
                        <a:pt x="335" y="165"/>
                        <a:pt x="335" y="165"/>
                      </a:cubicBezTo>
                      <a:cubicBezTo>
                        <a:pt x="335" y="164"/>
                        <a:pt x="335" y="161"/>
                        <a:pt x="335" y="162"/>
                      </a:cubicBezTo>
                      <a:cubicBezTo>
                        <a:pt x="335" y="160"/>
                        <a:pt x="336" y="158"/>
                        <a:pt x="336" y="156"/>
                      </a:cubicBezTo>
                      <a:cubicBezTo>
                        <a:pt x="339" y="138"/>
                        <a:pt x="342" y="120"/>
                        <a:pt x="345" y="102"/>
                      </a:cubicBezTo>
                      <a:cubicBezTo>
                        <a:pt x="349" y="83"/>
                        <a:pt x="353" y="63"/>
                        <a:pt x="358" y="44"/>
                      </a:cubicBezTo>
                      <a:cubicBezTo>
                        <a:pt x="358" y="43"/>
                        <a:pt x="358" y="42"/>
                        <a:pt x="358" y="41"/>
                      </a:cubicBezTo>
                      <a:cubicBezTo>
                        <a:pt x="363" y="26"/>
                        <a:pt x="353" y="7"/>
                        <a:pt x="337" y="3"/>
                      </a:cubicBezTo>
                      <a:cubicBezTo>
                        <a:pt x="320" y="0"/>
                        <a:pt x="303" y="8"/>
                        <a:pt x="299" y="25"/>
                      </a:cubicBezTo>
                      <a:cubicBezTo>
                        <a:pt x="285" y="75"/>
                        <a:pt x="277" y="127"/>
                        <a:pt x="271" y="178"/>
                      </a:cubicBezTo>
                      <a:cubicBezTo>
                        <a:pt x="258" y="289"/>
                        <a:pt x="258" y="401"/>
                        <a:pt x="276" y="511"/>
                      </a:cubicBezTo>
                      <a:cubicBezTo>
                        <a:pt x="281" y="535"/>
                        <a:pt x="286" y="559"/>
                        <a:pt x="290" y="584"/>
                      </a:cubicBezTo>
                      <a:cubicBezTo>
                        <a:pt x="290" y="586"/>
                        <a:pt x="290" y="588"/>
                        <a:pt x="291" y="590"/>
                      </a:cubicBezTo>
                      <a:cubicBezTo>
                        <a:pt x="290" y="587"/>
                        <a:pt x="290" y="589"/>
                        <a:pt x="291" y="591"/>
                      </a:cubicBezTo>
                      <a:cubicBezTo>
                        <a:pt x="291" y="591"/>
                        <a:pt x="291" y="591"/>
                        <a:pt x="291" y="591"/>
                      </a:cubicBezTo>
                      <a:cubicBezTo>
                        <a:pt x="291" y="592"/>
                        <a:pt x="291" y="593"/>
                        <a:pt x="291" y="594"/>
                      </a:cubicBezTo>
                      <a:cubicBezTo>
                        <a:pt x="291" y="593"/>
                        <a:pt x="291" y="592"/>
                        <a:pt x="291" y="591"/>
                      </a:cubicBezTo>
                      <a:cubicBezTo>
                        <a:pt x="291" y="592"/>
                        <a:pt x="291" y="592"/>
                        <a:pt x="291" y="592"/>
                      </a:cubicBezTo>
                      <a:cubicBezTo>
                        <a:pt x="292" y="598"/>
                        <a:pt x="292" y="603"/>
                        <a:pt x="293" y="609"/>
                      </a:cubicBezTo>
                      <a:cubicBezTo>
                        <a:pt x="294" y="620"/>
                        <a:pt x="295" y="631"/>
                        <a:pt x="296" y="642"/>
                      </a:cubicBezTo>
                      <a:cubicBezTo>
                        <a:pt x="296" y="645"/>
                        <a:pt x="296" y="648"/>
                        <a:pt x="297" y="651"/>
                      </a:cubicBezTo>
                      <a:cubicBezTo>
                        <a:pt x="295" y="653"/>
                        <a:pt x="294" y="656"/>
                        <a:pt x="292" y="659"/>
                      </a:cubicBezTo>
                      <a:cubicBezTo>
                        <a:pt x="289" y="665"/>
                        <a:pt x="285" y="671"/>
                        <a:pt x="281" y="677"/>
                      </a:cubicBezTo>
                      <a:cubicBezTo>
                        <a:pt x="279" y="679"/>
                        <a:pt x="274" y="686"/>
                        <a:pt x="279" y="679"/>
                      </a:cubicBezTo>
                      <a:cubicBezTo>
                        <a:pt x="278" y="681"/>
                        <a:pt x="277" y="682"/>
                        <a:pt x="275" y="684"/>
                      </a:cubicBezTo>
                      <a:cubicBezTo>
                        <a:pt x="272" y="688"/>
                        <a:pt x="269" y="691"/>
                        <a:pt x="266" y="695"/>
                      </a:cubicBezTo>
                      <a:cubicBezTo>
                        <a:pt x="263" y="698"/>
                        <a:pt x="259" y="701"/>
                        <a:pt x="255" y="705"/>
                      </a:cubicBezTo>
                      <a:cubicBezTo>
                        <a:pt x="253" y="706"/>
                        <a:pt x="251" y="708"/>
                        <a:pt x="249" y="710"/>
                      </a:cubicBezTo>
                      <a:cubicBezTo>
                        <a:pt x="249" y="710"/>
                        <a:pt x="249" y="710"/>
                        <a:pt x="249" y="710"/>
                      </a:cubicBezTo>
                      <a:cubicBezTo>
                        <a:pt x="248" y="711"/>
                        <a:pt x="247" y="711"/>
                        <a:pt x="246" y="712"/>
                      </a:cubicBezTo>
                      <a:cubicBezTo>
                        <a:pt x="237" y="719"/>
                        <a:pt x="227" y="725"/>
                        <a:pt x="217" y="729"/>
                      </a:cubicBezTo>
                      <a:cubicBezTo>
                        <a:pt x="215" y="730"/>
                        <a:pt x="209" y="732"/>
                        <a:pt x="216" y="730"/>
                      </a:cubicBezTo>
                      <a:cubicBezTo>
                        <a:pt x="214" y="730"/>
                        <a:pt x="213" y="731"/>
                        <a:pt x="212" y="732"/>
                      </a:cubicBezTo>
                      <a:cubicBezTo>
                        <a:pt x="209" y="733"/>
                        <a:pt x="206" y="734"/>
                        <a:pt x="203" y="735"/>
                      </a:cubicBezTo>
                      <a:cubicBezTo>
                        <a:pt x="196" y="737"/>
                        <a:pt x="190" y="739"/>
                        <a:pt x="183" y="740"/>
                      </a:cubicBezTo>
                      <a:cubicBezTo>
                        <a:pt x="180" y="741"/>
                        <a:pt x="176" y="741"/>
                        <a:pt x="173" y="742"/>
                      </a:cubicBezTo>
                      <a:cubicBezTo>
                        <a:pt x="174" y="742"/>
                        <a:pt x="173" y="742"/>
                        <a:pt x="172" y="742"/>
                      </a:cubicBezTo>
                      <a:cubicBezTo>
                        <a:pt x="171" y="742"/>
                        <a:pt x="171" y="742"/>
                        <a:pt x="171" y="742"/>
                      </a:cubicBezTo>
                      <a:cubicBezTo>
                        <a:pt x="171" y="742"/>
                        <a:pt x="170" y="742"/>
                        <a:pt x="169" y="742"/>
                      </a:cubicBezTo>
                      <a:cubicBezTo>
                        <a:pt x="170" y="742"/>
                        <a:pt x="170" y="742"/>
                        <a:pt x="171" y="742"/>
                      </a:cubicBezTo>
                      <a:cubicBezTo>
                        <a:pt x="169" y="742"/>
                        <a:pt x="168" y="743"/>
                        <a:pt x="166" y="743"/>
                      </a:cubicBezTo>
                      <a:cubicBezTo>
                        <a:pt x="158" y="743"/>
                        <a:pt x="150" y="744"/>
                        <a:pt x="142" y="744"/>
                      </a:cubicBezTo>
                      <a:cubicBezTo>
                        <a:pt x="134" y="744"/>
                        <a:pt x="125" y="743"/>
                        <a:pt x="116" y="742"/>
                      </a:cubicBezTo>
                      <a:cubicBezTo>
                        <a:pt x="115" y="742"/>
                        <a:pt x="114" y="742"/>
                        <a:pt x="112" y="742"/>
                      </a:cubicBezTo>
                      <a:cubicBezTo>
                        <a:pt x="110" y="741"/>
                        <a:pt x="108" y="741"/>
                        <a:pt x="106" y="741"/>
                      </a:cubicBezTo>
                      <a:cubicBezTo>
                        <a:pt x="102" y="740"/>
                        <a:pt x="98" y="739"/>
                        <a:pt x="93" y="738"/>
                      </a:cubicBezTo>
                      <a:cubicBezTo>
                        <a:pt x="71" y="734"/>
                        <a:pt x="50" y="727"/>
                        <a:pt x="29" y="719"/>
                      </a:cubicBezTo>
                      <a:cubicBezTo>
                        <a:pt x="18" y="715"/>
                        <a:pt x="7" y="724"/>
                        <a:pt x="4" y="734"/>
                      </a:cubicBezTo>
                      <a:cubicBezTo>
                        <a:pt x="0" y="745"/>
                        <a:pt x="8" y="755"/>
                        <a:pt x="18" y="759"/>
                      </a:cubicBezTo>
                      <a:cubicBezTo>
                        <a:pt x="62" y="776"/>
                        <a:pt x="108" y="787"/>
                        <a:pt x="155" y="785"/>
                      </a:cubicBezTo>
                      <a:cubicBezTo>
                        <a:pt x="210" y="782"/>
                        <a:pt x="263" y="760"/>
                        <a:pt x="300" y="719"/>
                      </a:cubicBezTo>
                      <a:cubicBezTo>
                        <a:pt x="300" y="739"/>
                        <a:pt x="300" y="760"/>
                        <a:pt x="300" y="780"/>
                      </a:cubicBezTo>
                      <a:cubicBezTo>
                        <a:pt x="298" y="864"/>
                        <a:pt x="291" y="947"/>
                        <a:pt x="281" y="1030"/>
                      </a:cubicBezTo>
                      <a:cubicBezTo>
                        <a:pt x="280" y="1034"/>
                        <a:pt x="280" y="1038"/>
                        <a:pt x="279" y="1042"/>
                      </a:cubicBezTo>
                      <a:cubicBezTo>
                        <a:pt x="279" y="1044"/>
                        <a:pt x="279" y="1046"/>
                        <a:pt x="279" y="1048"/>
                      </a:cubicBezTo>
                      <a:cubicBezTo>
                        <a:pt x="279" y="1048"/>
                        <a:pt x="279" y="1048"/>
                        <a:pt x="279" y="1048"/>
                      </a:cubicBezTo>
                      <a:cubicBezTo>
                        <a:pt x="278" y="1055"/>
                        <a:pt x="277" y="1062"/>
                        <a:pt x="276" y="1069"/>
                      </a:cubicBezTo>
                      <a:cubicBezTo>
                        <a:pt x="274" y="1082"/>
                        <a:pt x="272" y="1094"/>
                        <a:pt x="270" y="1107"/>
                      </a:cubicBezTo>
                      <a:cubicBezTo>
                        <a:pt x="268" y="1121"/>
                        <a:pt x="265" y="1134"/>
                        <a:pt x="263" y="1148"/>
                      </a:cubicBezTo>
                      <a:cubicBezTo>
                        <a:pt x="263" y="1148"/>
                        <a:pt x="263" y="1149"/>
                        <a:pt x="263" y="1150"/>
                      </a:cubicBezTo>
                      <a:cubicBezTo>
                        <a:pt x="261" y="1158"/>
                        <a:pt x="261" y="1166"/>
                        <a:pt x="266" y="1174"/>
                      </a:cubicBezTo>
                      <a:cubicBezTo>
                        <a:pt x="270" y="1180"/>
                        <a:pt x="277" y="1186"/>
                        <a:pt x="284" y="1188"/>
                      </a:cubicBezTo>
                      <a:cubicBezTo>
                        <a:pt x="300" y="1191"/>
                        <a:pt x="319" y="1183"/>
                        <a:pt x="323" y="1166"/>
                      </a:cubicBezTo>
                      <a:cubicBezTo>
                        <a:pt x="329" y="1132"/>
                        <a:pt x="334" y="1097"/>
                        <a:pt x="339" y="1063"/>
                      </a:cubicBezTo>
                      <a:cubicBezTo>
                        <a:pt x="350" y="981"/>
                        <a:pt x="358" y="899"/>
                        <a:pt x="361" y="816"/>
                      </a:cubicBezTo>
                      <a:cubicBezTo>
                        <a:pt x="364" y="724"/>
                        <a:pt x="362" y="631"/>
                        <a:pt x="345" y="540"/>
                      </a:cubicBezTo>
                      <a:cubicBezTo>
                        <a:pt x="343" y="529"/>
                        <a:pt x="341" y="518"/>
                        <a:pt x="339" y="507"/>
                      </a:cubicBezTo>
                      <a:cubicBezTo>
                        <a:pt x="339" y="508"/>
                        <a:pt x="340" y="509"/>
                        <a:pt x="341" y="510"/>
                      </a:cubicBezTo>
                      <a:cubicBezTo>
                        <a:pt x="361" y="533"/>
                        <a:pt x="386" y="553"/>
                        <a:pt x="415" y="567"/>
                      </a:cubicBezTo>
                      <a:cubicBezTo>
                        <a:pt x="438" y="579"/>
                        <a:pt x="462" y="586"/>
                        <a:pt x="488" y="589"/>
                      </a:cubicBezTo>
                      <a:cubicBezTo>
                        <a:pt x="506" y="591"/>
                        <a:pt x="523" y="590"/>
                        <a:pt x="541" y="587"/>
                      </a:cubicBezTo>
                      <a:cubicBezTo>
                        <a:pt x="548" y="586"/>
                        <a:pt x="555" y="584"/>
                        <a:pt x="562" y="582"/>
                      </a:cubicBezTo>
                      <a:cubicBezTo>
                        <a:pt x="562" y="582"/>
                        <a:pt x="562" y="582"/>
                        <a:pt x="562" y="582"/>
                      </a:cubicBezTo>
                      <a:cubicBezTo>
                        <a:pt x="568" y="579"/>
                        <a:pt x="573" y="576"/>
                        <a:pt x="576" y="571"/>
                      </a:cubicBezTo>
                      <a:cubicBezTo>
                        <a:pt x="579" y="566"/>
                        <a:pt x="580" y="559"/>
                        <a:pt x="578" y="553"/>
                      </a:cubicBezTo>
                      <a:close/>
                      <a:moveTo>
                        <a:pt x="361" y="462"/>
                      </a:moveTo>
                      <a:cubicBezTo>
                        <a:pt x="361" y="462"/>
                        <a:pt x="361" y="462"/>
                        <a:pt x="361" y="462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44"/>
                <p:cNvSpPr/>
                <p:nvPr/>
              </p:nvSpPr>
              <p:spPr>
                <a:xfrm>
                  <a:off x="2485040" y="2485901"/>
                  <a:ext cx="2528" cy="0"/>
                </a:xfrm>
                <a:custGeom>
                  <a:rect b="b" l="l" r="r" t="t"/>
                  <a:pathLst>
                    <a:path extrusionOk="0" h="120000" w="2">
                      <a:moveTo>
                        <a:pt x="1" y="0"/>
                      </a:move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F5C96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44"/>
                <p:cNvSpPr/>
                <p:nvPr/>
              </p:nvSpPr>
              <p:spPr>
                <a:xfrm>
                  <a:off x="1777090" y="1503614"/>
                  <a:ext cx="257896" cy="214915"/>
                </a:xfrm>
                <a:custGeom>
                  <a:rect b="b" l="l" r="r" t="t"/>
                  <a:pathLst>
                    <a:path extrusionOk="0" h="139" w="167">
                      <a:moveTo>
                        <a:pt x="137" y="0"/>
                      </a:moveTo>
                      <a:cubicBezTo>
                        <a:pt x="127" y="0"/>
                        <a:pt x="117" y="1"/>
                        <a:pt x="107" y="4"/>
                      </a:cubicBezTo>
                      <a:cubicBezTo>
                        <a:pt x="87" y="9"/>
                        <a:pt x="68" y="19"/>
                        <a:pt x="52" y="32"/>
                      </a:cubicBezTo>
                      <a:cubicBezTo>
                        <a:pt x="44" y="38"/>
                        <a:pt x="37" y="46"/>
                        <a:pt x="30" y="54"/>
                      </a:cubicBezTo>
                      <a:cubicBezTo>
                        <a:pt x="24" y="62"/>
                        <a:pt x="19" y="71"/>
                        <a:pt x="14" y="80"/>
                      </a:cubicBezTo>
                      <a:cubicBezTo>
                        <a:pt x="5" y="98"/>
                        <a:pt x="0" y="118"/>
                        <a:pt x="2" y="139"/>
                      </a:cubicBezTo>
                      <a:cubicBezTo>
                        <a:pt x="18" y="125"/>
                        <a:pt x="30" y="112"/>
                        <a:pt x="43" y="100"/>
                      </a:cubicBezTo>
                      <a:cubicBezTo>
                        <a:pt x="55" y="88"/>
                        <a:pt x="67" y="76"/>
                        <a:pt x="80" y="66"/>
                      </a:cubicBezTo>
                      <a:cubicBezTo>
                        <a:pt x="93" y="55"/>
                        <a:pt x="106" y="45"/>
                        <a:pt x="121" y="35"/>
                      </a:cubicBezTo>
                      <a:cubicBezTo>
                        <a:pt x="135" y="26"/>
                        <a:pt x="150" y="16"/>
                        <a:pt x="167" y="5"/>
                      </a:cubicBezTo>
                      <a:cubicBezTo>
                        <a:pt x="158" y="1"/>
                        <a:pt x="147" y="0"/>
                        <a:pt x="137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44"/>
                <p:cNvSpPr/>
                <p:nvPr/>
              </p:nvSpPr>
              <p:spPr>
                <a:xfrm>
                  <a:off x="2708802" y="2396143"/>
                  <a:ext cx="294558" cy="768638"/>
                </a:xfrm>
                <a:custGeom>
                  <a:rect b="b" l="l" r="r" t="t"/>
                  <a:pathLst>
                    <a:path extrusionOk="0" h="497" w="191">
                      <a:moveTo>
                        <a:pt x="191" y="0"/>
                      </a:moveTo>
                      <a:cubicBezTo>
                        <a:pt x="191" y="0"/>
                        <a:pt x="69" y="34"/>
                        <a:pt x="34" y="199"/>
                      </a:cubicBezTo>
                      <a:cubicBezTo>
                        <a:pt x="0" y="365"/>
                        <a:pt x="7" y="497"/>
                        <a:pt x="7" y="497"/>
                      </a:cubicBezTo>
                      <a:cubicBezTo>
                        <a:pt x="25" y="497"/>
                        <a:pt x="25" y="497"/>
                        <a:pt x="25" y="497"/>
                      </a:cubicBezTo>
                      <a:cubicBezTo>
                        <a:pt x="25" y="497"/>
                        <a:pt x="9" y="205"/>
                        <a:pt x="182" y="107"/>
                      </a:cubicBez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44"/>
                <p:cNvSpPr/>
                <p:nvPr/>
              </p:nvSpPr>
              <p:spPr>
                <a:xfrm>
                  <a:off x="2282769" y="2396143"/>
                  <a:ext cx="294558" cy="768638"/>
                </a:xfrm>
                <a:custGeom>
                  <a:rect b="b" l="l" r="r" t="t"/>
                  <a:pathLst>
                    <a:path extrusionOk="0" h="497" w="191">
                      <a:moveTo>
                        <a:pt x="0" y="0"/>
                      </a:moveTo>
                      <a:cubicBezTo>
                        <a:pt x="0" y="0"/>
                        <a:pt x="123" y="34"/>
                        <a:pt x="157" y="199"/>
                      </a:cubicBezTo>
                      <a:cubicBezTo>
                        <a:pt x="191" y="365"/>
                        <a:pt x="184" y="497"/>
                        <a:pt x="184" y="497"/>
                      </a:cubicBezTo>
                      <a:cubicBezTo>
                        <a:pt x="166" y="497"/>
                        <a:pt x="166" y="497"/>
                        <a:pt x="166" y="497"/>
                      </a:cubicBezTo>
                      <a:cubicBezTo>
                        <a:pt x="166" y="497"/>
                        <a:pt x="182" y="205"/>
                        <a:pt x="9" y="10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44"/>
                <p:cNvSpPr/>
                <p:nvPr/>
              </p:nvSpPr>
              <p:spPr>
                <a:xfrm>
                  <a:off x="1496438" y="1410063"/>
                  <a:ext cx="1075832" cy="1841947"/>
                </a:xfrm>
                <a:custGeom>
                  <a:rect b="b" l="l" r="r" t="t"/>
                  <a:pathLst>
                    <a:path extrusionOk="0" h="1192" w="697">
                      <a:moveTo>
                        <a:pt x="393" y="5"/>
                      </a:moveTo>
                      <a:cubicBezTo>
                        <a:pt x="468" y="0"/>
                        <a:pt x="603" y="53"/>
                        <a:pt x="633" y="181"/>
                      </a:cubicBezTo>
                      <a:cubicBezTo>
                        <a:pt x="663" y="305"/>
                        <a:pt x="604" y="387"/>
                        <a:pt x="538" y="473"/>
                      </a:cubicBezTo>
                      <a:cubicBezTo>
                        <a:pt x="472" y="560"/>
                        <a:pt x="522" y="659"/>
                        <a:pt x="565" y="724"/>
                      </a:cubicBezTo>
                      <a:cubicBezTo>
                        <a:pt x="608" y="788"/>
                        <a:pt x="697" y="1033"/>
                        <a:pt x="488" y="1113"/>
                      </a:cubicBezTo>
                      <a:cubicBezTo>
                        <a:pt x="279" y="1192"/>
                        <a:pt x="42" y="941"/>
                        <a:pt x="20" y="622"/>
                      </a:cubicBezTo>
                      <a:cubicBezTo>
                        <a:pt x="0" y="317"/>
                        <a:pt x="134" y="22"/>
                        <a:pt x="393" y="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44"/>
                <p:cNvSpPr/>
                <p:nvPr/>
              </p:nvSpPr>
              <p:spPr>
                <a:xfrm>
                  <a:off x="2338393" y="1930915"/>
                  <a:ext cx="120099" cy="194688"/>
                </a:xfrm>
                <a:custGeom>
                  <a:rect b="b" l="l" r="r" t="t"/>
                  <a:pathLst>
                    <a:path extrusionOk="0" h="126" w="78">
                      <a:moveTo>
                        <a:pt x="78" y="0"/>
                      </a:moveTo>
                      <a:cubicBezTo>
                        <a:pt x="60" y="45"/>
                        <a:pt x="31" y="85"/>
                        <a:pt x="0" y="126"/>
                      </a:cubicBezTo>
                      <a:cubicBezTo>
                        <a:pt x="5" y="107"/>
                        <a:pt x="14" y="89"/>
                        <a:pt x="28" y="70"/>
                      </a:cubicBezTo>
                      <a:cubicBezTo>
                        <a:pt x="45" y="47"/>
                        <a:pt x="63" y="24"/>
                        <a:pt x="78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44"/>
                <p:cNvSpPr/>
                <p:nvPr/>
              </p:nvSpPr>
              <p:spPr>
                <a:xfrm>
                  <a:off x="1511609" y="1694508"/>
                  <a:ext cx="930450" cy="1557501"/>
                </a:xfrm>
                <a:custGeom>
                  <a:rect b="b" l="l" r="r" t="t"/>
                  <a:pathLst>
                    <a:path extrusionOk="0" h="1008" w="602">
                      <a:moveTo>
                        <a:pt x="104" y="0"/>
                      </a:moveTo>
                      <a:cubicBezTo>
                        <a:pt x="57" y="107"/>
                        <a:pt x="36" y="239"/>
                        <a:pt x="45" y="372"/>
                      </a:cubicBezTo>
                      <a:cubicBezTo>
                        <a:pt x="67" y="691"/>
                        <a:pt x="304" y="942"/>
                        <a:pt x="513" y="862"/>
                      </a:cubicBezTo>
                      <a:cubicBezTo>
                        <a:pt x="552" y="847"/>
                        <a:pt x="581" y="826"/>
                        <a:pt x="602" y="802"/>
                      </a:cubicBezTo>
                      <a:cubicBezTo>
                        <a:pt x="587" y="854"/>
                        <a:pt x="550" y="901"/>
                        <a:pt x="478" y="929"/>
                      </a:cubicBezTo>
                      <a:cubicBezTo>
                        <a:pt x="269" y="1008"/>
                        <a:pt x="32" y="757"/>
                        <a:pt x="10" y="438"/>
                      </a:cubicBezTo>
                      <a:cubicBezTo>
                        <a:pt x="0" y="276"/>
                        <a:pt x="32" y="117"/>
                        <a:pt x="10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44"/>
                <p:cNvSpPr/>
                <p:nvPr/>
              </p:nvSpPr>
              <p:spPr>
                <a:xfrm>
                  <a:off x="2711331" y="1410063"/>
                  <a:ext cx="1075833" cy="1841947"/>
                </a:xfrm>
                <a:custGeom>
                  <a:rect b="b" l="l" r="r" t="t"/>
                  <a:pathLst>
                    <a:path extrusionOk="0" h="1192" w="696">
                      <a:moveTo>
                        <a:pt x="304" y="5"/>
                      </a:moveTo>
                      <a:cubicBezTo>
                        <a:pt x="229" y="0"/>
                        <a:pt x="94" y="53"/>
                        <a:pt x="63" y="181"/>
                      </a:cubicBezTo>
                      <a:cubicBezTo>
                        <a:pt x="34" y="305"/>
                        <a:pt x="93" y="387"/>
                        <a:pt x="159" y="473"/>
                      </a:cubicBezTo>
                      <a:cubicBezTo>
                        <a:pt x="224" y="560"/>
                        <a:pt x="174" y="659"/>
                        <a:pt x="131" y="724"/>
                      </a:cubicBezTo>
                      <a:cubicBezTo>
                        <a:pt x="88" y="788"/>
                        <a:pt x="0" y="1033"/>
                        <a:pt x="209" y="1113"/>
                      </a:cubicBezTo>
                      <a:cubicBezTo>
                        <a:pt x="417" y="1192"/>
                        <a:pt x="655" y="941"/>
                        <a:pt x="676" y="622"/>
                      </a:cubicBezTo>
                      <a:cubicBezTo>
                        <a:pt x="696" y="317"/>
                        <a:pt x="563" y="22"/>
                        <a:pt x="304" y="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44"/>
                <p:cNvSpPr/>
                <p:nvPr/>
              </p:nvSpPr>
              <p:spPr>
                <a:xfrm>
                  <a:off x="2826373" y="1930915"/>
                  <a:ext cx="118834" cy="194688"/>
                </a:xfrm>
                <a:custGeom>
                  <a:rect b="b" l="l" r="r" t="t"/>
                  <a:pathLst>
                    <a:path extrusionOk="0" h="126" w="77">
                      <a:moveTo>
                        <a:pt x="0" y="0"/>
                      </a:moveTo>
                      <a:cubicBezTo>
                        <a:pt x="17" y="45"/>
                        <a:pt x="46" y="85"/>
                        <a:pt x="77" y="126"/>
                      </a:cubicBezTo>
                      <a:cubicBezTo>
                        <a:pt x="72" y="107"/>
                        <a:pt x="64" y="89"/>
                        <a:pt x="50" y="70"/>
                      </a:cubicBezTo>
                      <a:cubicBezTo>
                        <a:pt x="32" y="47"/>
                        <a:pt x="15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44"/>
                <p:cNvSpPr/>
                <p:nvPr/>
              </p:nvSpPr>
              <p:spPr>
                <a:xfrm>
                  <a:off x="2842807" y="1694508"/>
                  <a:ext cx="930450" cy="1557501"/>
                </a:xfrm>
                <a:custGeom>
                  <a:rect b="b" l="l" r="r" t="t"/>
                  <a:pathLst>
                    <a:path extrusionOk="0" h="1008" w="602">
                      <a:moveTo>
                        <a:pt x="497" y="0"/>
                      </a:moveTo>
                      <a:cubicBezTo>
                        <a:pt x="545" y="107"/>
                        <a:pt x="565" y="239"/>
                        <a:pt x="556" y="372"/>
                      </a:cubicBezTo>
                      <a:cubicBezTo>
                        <a:pt x="535" y="691"/>
                        <a:pt x="298" y="942"/>
                        <a:pt x="89" y="862"/>
                      </a:cubicBezTo>
                      <a:cubicBezTo>
                        <a:pt x="49" y="847"/>
                        <a:pt x="20" y="826"/>
                        <a:pt x="0" y="802"/>
                      </a:cubicBezTo>
                      <a:cubicBezTo>
                        <a:pt x="15" y="854"/>
                        <a:pt x="52" y="901"/>
                        <a:pt x="124" y="929"/>
                      </a:cubicBezTo>
                      <a:cubicBezTo>
                        <a:pt x="332" y="1008"/>
                        <a:pt x="570" y="757"/>
                        <a:pt x="591" y="438"/>
                      </a:cubicBezTo>
                      <a:cubicBezTo>
                        <a:pt x="602" y="276"/>
                        <a:pt x="569" y="117"/>
                        <a:pt x="497" y="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32" name="Google Shape;1032;p44"/>
              <p:cNvGrpSpPr/>
              <p:nvPr/>
            </p:nvGrpSpPr>
            <p:grpSpPr>
              <a:xfrm rot="-530740">
                <a:off x="2466197" y="753581"/>
                <a:ext cx="506655" cy="1394049"/>
                <a:chOff x="7147909" y="1409170"/>
                <a:chExt cx="535833" cy="1474178"/>
              </a:xfrm>
            </p:grpSpPr>
            <p:sp>
              <p:nvSpPr>
                <p:cNvPr id="1033" name="Google Shape;1033;p44"/>
                <p:cNvSpPr/>
                <p:nvPr/>
              </p:nvSpPr>
              <p:spPr>
                <a:xfrm>
                  <a:off x="7236704" y="1409170"/>
                  <a:ext cx="401219" cy="399887"/>
                </a:xfrm>
                <a:custGeom>
                  <a:rect b="b" l="l" r="r" t="t"/>
                  <a:pathLst>
                    <a:path extrusionOk="0" h="245" w="246">
                      <a:moveTo>
                        <a:pt x="148" y="0"/>
                      </a:moveTo>
                      <a:cubicBezTo>
                        <a:pt x="106" y="0"/>
                        <a:pt x="62" y="26"/>
                        <a:pt x="36" y="71"/>
                      </a:cubicBezTo>
                      <a:cubicBezTo>
                        <a:pt x="0" y="133"/>
                        <a:pt x="13" y="207"/>
                        <a:pt x="65" y="237"/>
                      </a:cubicBezTo>
                      <a:cubicBezTo>
                        <a:pt x="74" y="243"/>
                        <a:pt x="83" y="245"/>
                        <a:pt x="90" y="245"/>
                      </a:cubicBezTo>
                      <a:cubicBezTo>
                        <a:pt x="122" y="245"/>
                        <a:pt x="136" y="196"/>
                        <a:pt x="165" y="146"/>
                      </a:cubicBezTo>
                      <a:cubicBezTo>
                        <a:pt x="201" y="84"/>
                        <a:pt x="246" y="42"/>
                        <a:pt x="195" y="12"/>
                      </a:cubicBezTo>
                      <a:cubicBezTo>
                        <a:pt x="180" y="4"/>
                        <a:pt x="164" y="0"/>
                        <a:pt x="148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44"/>
                <p:cNvSpPr/>
                <p:nvPr/>
              </p:nvSpPr>
              <p:spPr>
                <a:xfrm>
                  <a:off x="7340048" y="2012950"/>
                  <a:ext cx="331906" cy="421213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44"/>
                <p:cNvSpPr/>
                <p:nvPr/>
              </p:nvSpPr>
              <p:spPr>
                <a:xfrm>
                  <a:off x="7147909" y="2596763"/>
                  <a:ext cx="173284" cy="286585"/>
                </a:xfrm>
                <a:custGeom>
                  <a:rect b="b" l="l" r="r" t="t"/>
                  <a:pathLst>
                    <a:path extrusionOk="0" h="176" w="106">
                      <a:moveTo>
                        <a:pt x="45" y="0"/>
                      </a:moveTo>
                      <a:cubicBezTo>
                        <a:pt x="44" y="0"/>
                        <a:pt x="42" y="1"/>
                        <a:pt x="40" y="1"/>
                      </a:cubicBezTo>
                      <a:cubicBezTo>
                        <a:pt x="13" y="7"/>
                        <a:pt x="0" y="51"/>
                        <a:pt x="10" y="99"/>
                      </a:cubicBezTo>
                      <a:cubicBezTo>
                        <a:pt x="20" y="143"/>
                        <a:pt x="47" y="176"/>
                        <a:pt x="73" y="176"/>
                      </a:cubicBezTo>
                      <a:cubicBezTo>
                        <a:pt x="75" y="176"/>
                        <a:pt x="77" y="175"/>
                        <a:pt x="79" y="175"/>
                      </a:cubicBezTo>
                      <a:cubicBezTo>
                        <a:pt x="106" y="169"/>
                        <a:pt x="89" y="132"/>
                        <a:pt x="78" y="84"/>
                      </a:cubicBezTo>
                      <a:cubicBezTo>
                        <a:pt x="68" y="39"/>
                        <a:pt x="67" y="0"/>
                        <a:pt x="45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44"/>
                <p:cNvSpPr/>
                <p:nvPr/>
              </p:nvSpPr>
              <p:spPr>
                <a:xfrm>
                  <a:off x="7278583" y="2407894"/>
                  <a:ext cx="307912" cy="281254"/>
                </a:xfrm>
                <a:custGeom>
                  <a:rect b="b" l="l" r="r" t="t"/>
                  <a:pathLst>
                    <a:path extrusionOk="0" h="173" w="189">
                      <a:moveTo>
                        <a:pt x="189" y="170"/>
                      </a:moveTo>
                      <a:cubicBezTo>
                        <a:pt x="168" y="160"/>
                        <a:pt x="149" y="150"/>
                        <a:pt x="131" y="139"/>
                      </a:cubicBezTo>
                      <a:cubicBezTo>
                        <a:pt x="113" y="127"/>
                        <a:pt x="96" y="115"/>
                        <a:pt x="81" y="100"/>
                      </a:cubicBezTo>
                      <a:cubicBezTo>
                        <a:pt x="66" y="86"/>
                        <a:pt x="51" y="71"/>
                        <a:pt x="38" y="54"/>
                      </a:cubicBezTo>
                      <a:cubicBezTo>
                        <a:pt x="31" y="46"/>
                        <a:pt x="26" y="37"/>
                        <a:pt x="19" y="28"/>
                      </a:cubicBezTo>
                      <a:cubicBezTo>
                        <a:pt x="13" y="19"/>
                        <a:pt x="7" y="9"/>
                        <a:pt x="0" y="0"/>
                      </a:cubicBezTo>
                      <a:cubicBezTo>
                        <a:pt x="1" y="6"/>
                        <a:pt x="1" y="11"/>
                        <a:pt x="2" y="17"/>
                      </a:cubicBezTo>
                      <a:cubicBezTo>
                        <a:pt x="3" y="23"/>
                        <a:pt x="4" y="29"/>
                        <a:pt x="6" y="34"/>
                      </a:cubicBezTo>
                      <a:cubicBezTo>
                        <a:pt x="9" y="45"/>
                        <a:pt x="12" y="57"/>
                        <a:pt x="18" y="67"/>
                      </a:cubicBezTo>
                      <a:cubicBezTo>
                        <a:pt x="28" y="88"/>
                        <a:pt x="43" y="107"/>
                        <a:pt x="61" y="123"/>
                      </a:cubicBezTo>
                      <a:cubicBezTo>
                        <a:pt x="78" y="139"/>
                        <a:pt x="99" y="151"/>
                        <a:pt x="121" y="160"/>
                      </a:cubicBezTo>
                      <a:cubicBezTo>
                        <a:pt x="143" y="168"/>
                        <a:pt x="166" y="173"/>
                        <a:pt x="189" y="17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44"/>
                <p:cNvSpPr/>
                <p:nvPr/>
              </p:nvSpPr>
              <p:spPr>
                <a:xfrm>
                  <a:off x="7365165" y="1739997"/>
                  <a:ext cx="318576" cy="270590"/>
                </a:xfrm>
                <a:custGeom>
                  <a:rect b="b" l="l" r="r" t="t"/>
                  <a:pathLst>
                    <a:path extrusionOk="0" h="166" w="195">
                      <a:moveTo>
                        <a:pt x="195" y="3"/>
                      </a:moveTo>
                      <a:cubicBezTo>
                        <a:pt x="174" y="12"/>
                        <a:pt x="154" y="22"/>
                        <a:pt x="136" y="33"/>
                      </a:cubicBezTo>
                      <a:cubicBezTo>
                        <a:pt x="117" y="44"/>
                        <a:pt x="100" y="55"/>
                        <a:pt x="84" y="69"/>
                      </a:cubicBezTo>
                      <a:cubicBezTo>
                        <a:pt x="68" y="82"/>
                        <a:pt x="53" y="97"/>
                        <a:pt x="40" y="113"/>
                      </a:cubicBezTo>
                      <a:cubicBezTo>
                        <a:pt x="32" y="121"/>
                        <a:pt x="26" y="130"/>
                        <a:pt x="19" y="139"/>
                      </a:cubicBezTo>
                      <a:cubicBezTo>
                        <a:pt x="13" y="148"/>
                        <a:pt x="7" y="157"/>
                        <a:pt x="0" y="166"/>
                      </a:cubicBezTo>
                      <a:cubicBezTo>
                        <a:pt x="0" y="160"/>
                        <a:pt x="1" y="155"/>
                        <a:pt x="2" y="149"/>
                      </a:cubicBezTo>
                      <a:cubicBezTo>
                        <a:pt x="3" y="143"/>
                        <a:pt x="4" y="138"/>
                        <a:pt x="6" y="132"/>
                      </a:cubicBezTo>
                      <a:cubicBezTo>
                        <a:pt x="10" y="121"/>
                        <a:pt x="14" y="110"/>
                        <a:pt x="20" y="100"/>
                      </a:cubicBezTo>
                      <a:cubicBezTo>
                        <a:pt x="31" y="79"/>
                        <a:pt x="47" y="61"/>
                        <a:pt x="65" y="46"/>
                      </a:cubicBezTo>
                      <a:cubicBezTo>
                        <a:pt x="83" y="30"/>
                        <a:pt x="104" y="19"/>
                        <a:pt x="126" y="11"/>
                      </a:cubicBezTo>
                      <a:cubicBezTo>
                        <a:pt x="148" y="4"/>
                        <a:pt x="172" y="0"/>
                        <a:pt x="195" y="3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38" name="Google Shape;1038;p44"/>
              <p:cNvGrpSpPr/>
              <p:nvPr/>
            </p:nvGrpSpPr>
            <p:grpSpPr>
              <a:xfrm rot="-10572244">
                <a:off x="1414181" y="785458"/>
                <a:ext cx="430335" cy="1404242"/>
                <a:chOff x="7147909" y="1398437"/>
                <a:chExt cx="455105" cy="1484911"/>
              </a:xfrm>
            </p:grpSpPr>
            <p:sp>
              <p:nvSpPr>
                <p:cNvPr id="1039" name="Google Shape;1039;p44"/>
                <p:cNvSpPr/>
                <p:nvPr/>
              </p:nvSpPr>
              <p:spPr>
                <a:xfrm>
                  <a:off x="7275769" y="1797001"/>
                  <a:ext cx="318576" cy="270590"/>
                </a:xfrm>
                <a:custGeom>
                  <a:rect b="b" l="l" r="r" t="t"/>
                  <a:pathLst>
                    <a:path extrusionOk="0" h="166" w="195">
                      <a:moveTo>
                        <a:pt x="195" y="3"/>
                      </a:moveTo>
                      <a:cubicBezTo>
                        <a:pt x="174" y="12"/>
                        <a:pt x="154" y="22"/>
                        <a:pt x="136" y="33"/>
                      </a:cubicBezTo>
                      <a:cubicBezTo>
                        <a:pt x="117" y="44"/>
                        <a:pt x="100" y="55"/>
                        <a:pt x="84" y="69"/>
                      </a:cubicBezTo>
                      <a:cubicBezTo>
                        <a:pt x="68" y="82"/>
                        <a:pt x="53" y="97"/>
                        <a:pt x="40" y="113"/>
                      </a:cubicBezTo>
                      <a:cubicBezTo>
                        <a:pt x="32" y="121"/>
                        <a:pt x="26" y="130"/>
                        <a:pt x="19" y="139"/>
                      </a:cubicBezTo>
                      <a:cubicBezTo>
                        <a:pt x="13" y="148"/>
                        <a:pt x="7" y="157"/>
                        <a:pt x="0" y="166"/>
                      </a:cubicBezTo>
                      <a:cubicBezTo>
                        <a:pt x="0" y="160"/>
                        <a:pt x="1" y="155"/>
                        <a:pt x="2" y="149"/>
                      </a:cubicBezTo>
                      <a:cubicBezTo>
                        <a:pt x="3" y="143"/>
                        <a:pt x="4" y="138"/>
                        <a:pt x="6" y="132"/>
                      </a:cubicBezTo>
                      <a:cubicBezTo>
                        <a:pt x="10" y="121"/>
                        <a:pt x="14" y="110"/>
                        <a:pt x="20" y="100"/>
                      </a:cubicBezTo>
                      <a:cubicBezTo>
                        <a:pt x="31" y="79"/>
                        <a:pt x="47" y="61"/>
                        <a:pt x="65" y="46"/>
                      </a:cubicBezTo>
                      <a:cubicBezTo>
                        <a:pt x="83" y="30"/>
                        <a:pt x="104" y="19"/>
                        <a:pt x="126" y="11"/>
                      </a:cubicBezTo>
                      <a:cubicBezTo>
                        <a:pt x="148" y="4"/>
                        <a:pt x="172" y="0"/>
                        <a:pt x="195" y="3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44"/>
                <p:cNvSpPr/>
                <p:nvPr/>
              </p:nvSpPr>
              <p:spPr>
                <a:xfrm>
                  <a:off x="7245218" y="2427467"/>
                  <a:ext cx="307912" cy="281254"/>
                </a:xfrm>
                <a:custGeom>
                  <a:rect b="b" l="l" r="r" t="t"/>
                  <a:pathLst>
                    <a:path extrusionOk="0" h="173" w="189">
                      <a:moveTo>
                        <a:pt x="189" y="170"/>
                      </a:moveTo>
                      <a:cubicBezTo>
                        <a:pt x="168" y="160"/>
                        <a:pt x="149" y="150"/>
                        <a:pt x="131" y="139"/>
                      </a:cubicBezTo>
                      <a:cubicBezTo>
                        <a:pt x="113" y="127"/>
                        <a:pt x="96" y="115"/>
                        <a:pt x="81" y="100"/>
                      </a:cubicBezTo>
                      <a:cubicBezTo>
                        <a:pt x="66" y="86"/>
                        <a:pt x="51" y="71"/>
                        <a:pt x="38" y="54"/>
                      </a:cubicBezTo>
                      <a:cubicBezTo>
                        <a:pt x="31" y="46"/>
                        <a:pt x="26" y="37"/>
                        <a:pt x="19" y="28"/>
                      </a:cubicBezTo>
                      <a:cubicBezTo>
                        <a:pt x="13" y="19"/>
                        <a:pt x="7" y="9"/>
                        <a:pt x="0" y="0"/>
                      </a:cubicBezTo>
                      <a:cubicBezTo>
                        <a:pt x="1" y="6"/>
                        <a:pt x="1" y="11"/>
                        <a:pt x="2" y="17"/>
                      </a:cubicBezTo>
                      <a:cubicBezTo>
                        <a:pt x="3" y="23"/>
                        <a:pt x="4" y="29"/>
                        <a:pt x="6" y="34"/>
                      </a:cubicBezTo>
                      <a:cubicBezTo>
                        <a:pt x="9" y="45"/>
                        <a:pt x="12" y="57"/>
                        <a:pt x="18" y="67"/>
                      </a:cubicBezTo>
                      <a:cubicBezTo>
                        <a:pt x="28" y="88"/>
                        <a:pt x="43" y="107"/>
                        <a:pt x="61" y="123"/>
                      </a:cubicBezTo>
                      <a:cubicBezTo>
                        <a:pt x="78" y="139"/>
                        <a:pt x="99" y="151"/>
                        <a:pt x="121" y="160"/>
                      </a:cubicBezTo>
                      <a:cubicBezTo>
                        <a:pt x="143" y="168"/>
                        <a:pt x="166" y="173"/>
                        <a:pt x="189" y="170"/>
                      </a:cubicBezTo>
                      <a:close/>
                    </a:path>
                  </a:pathLst>
                </a:custGeom>
                <a:solidFill>
                  <a:srgbClr val="753563">
                    <a:alpha val="30379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44"/>
                <p:cNvSpPr/>
                <p:nvPr/>
              </p:nvSpPr>
              <p:spPr>
                <a:xfrm>
                  <a:off x="7167903" y="1398437"/>
                  <a:ext cx="401219" cy="399887"/>
                </a:xfrm>
                <a:custGeom>
                  <a:rect b="b" l="l" r="r" t="t"/>
                  <a:pathLst>
                    <a:path extrusionOk="0" h="245" w="246">
                      <a:moveTo>
                        <a:pt x="148" y="0"/>
                      </a:moveTo>
                      <a:cubicBezTo>
                        <a:pt x="106" y="0"/>
                        <a:pt x="62" y="26"/>
                        <a:pt x="36" y="71"/>
                      </a:cubicBezTo>
                      <a:cubicBezTo>
                        <a:pt x="0" y="133"/>
                        <a:pt x="13" y="207"/>
                        <a:pt x="65" y="237"/>
                      </a:cubicBezTo>
                      <a:cubicBezTo>
                        <a:pt x="74" y="243"/>
                        <a:pt x="83" y="245"/>
                        <a:pt x="90" y="245"/>
                      </a:cubicBezTo>
                      <a:cubicBezTo>
                        <a:pt x="122" y="245"/>
                        <a:pt x="136" y="196"/>
                        <a:pt x="165" y="146"/>
                      </a:cubicBezTo>
                      <a:cubicBezTo>
                        <a:pt x="201" y="84"/>
                        <a:pt x="246" y="42"/>
                        <a:pt x="195" y="12"/>
                      </a:cubicBezTo>
                      <a:cubicBezTo>
                        <a:pt x="180" y="4"/>
                        <a:pt x="164" y="0"/>
                        <a:pt x="148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44"/>
                <p:cNvSpPr/>
                <p:nvPr/>
              </p:nvSpPr>
              <p:spPr>
                <a:xfrm>
                  <a:off x="7271107" y="2016144"/>
                  <a:ext cx="331906" cy="421213"/>
                </a:xfrm>
                <a:custGeom>
                  <a:rect b="b" l="l" r="r" t="t"/>
                  <a:pathLst>
                    <a:path extrusionOk="0" h="258" w="204">
                      <a:moveTo>
                        <a:pt x="96" y="0"/>
                      </a:moveTo>
                      <a:cubicBezTo>
                        <a:pt x="52" y="0"/>
                        <a:pt x="56" y="56"/>
                        <a:pt x="43" y="121"/>
                      </a:cubicBezTo>
                      <a:cubicBezTo>
                        <a:pt x="29" y="191"/>
                        <a:pt x="0" y="245"/>
                        <a:pt x="59" y="256"/>
                      </a:cubicBezTo>
                      <a:cubicBezTo>
                        <a:pt x="65" y="258"/>
                        <a:pt x="71" y="258"/>
                        <a:pt x="77" y="258"/>
                      </a:cubicBezTo>
                      <a:cubicBezTo>
                        <a:pt x="129" y="258"/>
                        <a:pt x="178" y="213"/>
                        <a:pt x="190" y="150"/>
                      </a:cubicBezTo>
                      <a:cubicBezTo>
                        <a:pt x="204" y="80"/>
                        <a:pt x="168" y="13"/>
                        <a:pt x="109" y="2"/>
                      </a:cubicBezTo>
                      <a:cubicBezTo>
                        <a:pt x="104" y="1"/>
                        <a:pt x="100" y="0"/>
                        <a:pt x="96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44"/>
                <p:cNvSpPr/>
                <p:nvPr/>
              </p:nvSpPr>
              <p:spPr>
                <a:xfrm>
                  <a:off x="7147909" y="2596763"/>
                  <a:ext cx="173284" cy="286585"/>
                </a:xfrm>
                <a:custGeom>
                  <a:rect b="b" l="l" r="r" t="t"/>
                  <a:pathLst>
                    <a:path extrusionOk="0" h="176" w="106">
                      <a:moveTo>
                        <a:pt x="45" y="0"/>
                      </a:moveTo>
                      <a:cubicBezTo>
                        <a:pt x="44" y="0"/>
                        <a:pt x="42" y="1"/>
                        <a:pt x="40" y="1"/>
                      </a:cubicBezTo>
                      <a:cubicBezTo>
                        <a:pt x="13" y="7"/>
                        <a:pt x="0" y="51"/>
                        <a:pt x="10" y="99"/>
                      </a:cubicBezTo>
                      <a:cubicBezTo>
                        <a:pt x="20" y="143"/>
                        <a:pt x="47" y="176"/>
                        <a:pt x="73" y="176"/>
                      </a:cubicBezTo>
                      <a:cubicBezTo>
                        <a:pt x="75" y="176"/>
                        <a:pt x="77" y="175"/>
                        <a:pt x="79" y="175"/>
                      </a:cubicBezTo>
                      <a:cubicBezTo>
                        <a:pt x="106" y="169"/>
                        <a:pt x="89" y="132"/>
                        <a:pt x="78" y="84"/>
                      </a:cubicBezTo>
                      <a:cubicBezTo>
                        <a:pt x="68" y="39"/>
                        <a:pt x="67" y="0"/>
                        <a:pt x="45" y="0"/>
                      </a:cubicBezTo>
                    </a:path>
                  </a:pathLst>
                </a:custGeom>
                <a:solidFill>
                  <a:srgbClr val="FDF1F7">
                    <a:alpha val="25950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44"/>
              <p:cNvGrpSpPr/>
              <p:nvPr/>
            </p:nvGrpSpPr>
            <p:grpSpPr>
              <a:xfrm>
                <a:off x="897729" y="962210"/>
                <a:ext cx="503047" cy="771966"/>
                <a:chOff x="897729" y="962210"/>
                <a:chExt cx="503047" cy="771966"/>
              </a:xfrm>
            </p:grpSpPr>
            <p:sp>
              <p:nvSpPr>
                <p:cNvPr id="1045" name="Google Shape;1045;p44"/>
                <p:cNvSpPr/>
                <p:nvPr/>
              </p:nvSpPr>
              <p:spPr>
                <a:xfrm rot="371726">
                  <a:off x="936422" y="979770"/>
                  <a:ext cx="365304" cy="736846"/>
                </a:xfrm>
                <a:custGeom>
                  <a:rect b="b" l="l" r="r" t="t"/>
                  <a:pathLst>
                    <a:path extrusionOk="0" h="349" w="173">
                      <a:moveTo>
                        <a:pt x="113" y="349"/>
                      </a:moveTo>
                      <a:cubicBezTo>
                        <a:pt x="135" y="334"/>
                        <a:pt x="135" y="334"/>
                        <a:pt x="135" y="334"/>
                      </a:cubicBezTo>
                      <a:cubicBezTo>
                        <a:pt x="135" y="334"/>
                        <a:pt x="138" y="324"/>
                        <a:pt x="136" y="320"/>
                      </a:cubicBezTo>
                      <a:cubicBezTo>
                        <a:pt x="134" y="316"/>
                        <a:pt x="138" y="311"/>
                        <a:pt x="138" y="311"/>
                      </a:cubicBezTo>
                      <a:cubicBezTo>
                        <a:pt x="138" y="311"/>
                        <a:pt x="140" y="311"/>
                        <a:pt x="138" y="301"/>
                      </a:cubicBezTo>
                      <a:cubicBezTo>
                        <a:pt x="137" y="291"/>
                        <a:pt x="132" y="292"/>
                        <a:pt x="141" y="281"/>
                      </a:cubicBezTo>
                      <a:cubicBezTo>
                        <a:pt x="149" y="270"/>
                        <a:pt x="157" y="265"/>
                        <a:pt x="157" y="265"/>
                      </a:cubicBezTo>
                      <a:cubicBezTo>
                        <a:pt x="157" y="265"/>
                        <a:pt x="149" y="268"/>
                        <a:pt x="153" y="255"/>
                      </a:cubicBezTo>
                      <a:cubicBezTo>
                        <a:pt x="156" y="243"/>
                        <a:pt x="160" y="237"/>
                        <a:pt x="159" y="235"/>
                      </a:cubicBezTo>
                      <a:cubicBezTo>
                        <a:pt x="159" y="232"/>
                        <a:pt x="158" y="240"/>
                        <a:pt x="160" y="226"/>
                      </a:cubicBezTo>
                      <a:cubicBezTo>
                        <a:pt x="162" y="212"/>
                        <a:pt x="173" y="212"/>
                        <a:pt x="167" y="209"/>
                      </a:cubicBezTo>
                      <a:cubicBezTo>
                        <a:pt x="160" y="205"/>
                        <a:pt x="141" y="209"/>
                        <a:pt x="146" y="199"/>
                      </a:cubicBezTo>
                      <a:cubicBezTo>
                        <a:pt x="152" y="188"/>
                        <a:pt x="148" y="195"/>
                        <a:pt x="152" y="188"/>
                      </a:cubicBezTo>
                      <a:cubicBezTo>
                        <a:pt x="155" y="182"/>
                        <a:pt x="91" y="191"/>
                        <a:pt x="125" y="176"/>
                      </a:cubicBezTo>
                      <a:cubicBezTo>
                        <a:pt x="159" y="162"/>
                        <a:pt x="139" y="154"/>
                        <a:pt x="145" y="148"/>
                      </a:cubicBezTo>
                      <a:cubicBezTo>
                        <a:pt x="152" y="142"/>
                        <a:pt x="138" y="142"/>
                        <a:pt x="139" y="135"/>
                      </a:cubicBezTo>
                      <a:cubicBezTo>
                        <a:pt x="139" y="129"/>
                        <a:pt x="134" y="120"/>
                        <a:pt x="135" y="114"/>
                      </a:cubicBezTo>
                      <a:cubicBezTo>
                        <a:pt x="135" y="108"/>
                        <a:pt x="129" y="114"/>
                        <a:pt x="134" y="103"/>
                      </a:cubicBezTo>
                      <a:cubicBezTo>
                        <a:pt x="140" y="92"/>
                        <a:pt x="131" y="95"/>
                        <a:pt x="135" y="87"/>
                      </a:cubicBezTo>
                      <a:cubicBezTo>
                        <a:pt x="140" y="80"/>
                        <a:pt x="135" y="81"/>
                        <a:pt x="135" y="73"/>
                      </a:cubicBezTo>
                      <a:cubicBezTo>
                        <a:pt x="136" y="65"/>
                        <a:pt x="104" y="59"/>
                        <a:pt x="107" y="55"/>
                      </a:cubicBezTo>
                      <a:cubicBezTo>
                        <a:pt x="109" y="51"/>
                        <a:pt x="105" y="51"/>
                        <a:pt x="107" y="48"/>
                      </a:cubicBezTo>
                      <a:cubicBezTo>
                        <a:pt x="110" y="45"/>
                        <a:pt x="106" y="43"/>
                        <a:pt x="108" y="34"/>
                      </a:cubicBezTo>
                      <a:cubicBezTo>
                        <a:pt x="109" y="25"/>
                        <a:pt x="106" y="25"/>
                        <a:pt x="109" y="15"/>
                      </a:cubicBezTo>
                      <a:cubicBezTo>
                        <a:pt x="111" y="4"/>
                        <a:pt x="111" y="9"/>
                        <a:pt x="111" y="4"/>
                      </a:cubicBezTo>
                      <a:cubicBezTo>
                        <a:pt x="112" y="0"/>
                        <a:pt x="0" y="109"/>
                        <a:pt x="16" y="194"/>
                      </a:cubicBezTo>
                      <a:cubicBezTo>
                        <a:pt x="32" y="280"/>
                        <a:pt x="113" y="349"/>
                        <a:pt x="113" y="34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44"/>
                <p:cNvSpPr/>
                <p:nvPr/>
              </p:nvSpPr>
              <p:spPr>
                <a:xfrm rot="355969">
                  <a:off x="1013006" y="1007742"/>
                  <a:ext cx="352014" cy="710143"/>
                </a:xfrm>
                <a:custGeom>
                  <a:rect b="b" l="l" r="r" t="t"/>
                  <a:pathLst>
                    <a:path extrusionOk="0" h="349" w="173">
                      <a:moveTo>
                        <a:pt x="113" y="349"/>
                      </a:moveTo>
                      <a:cubicBezTo>
                        <a:pt x="135" y="334"/>
                        <a:pt x="135" y="334"/>
                        <a:pt x="135" y="334"/>
                      </a:cubicBezTo>
                      <a:cubicBezTo>
                        <a:pt x="135" y="334"/>
                        <a:pt x="138" y="324"/>
                        <a:pt x="136" y="320"/>
                      </a:cubicBezTo>
                      <a:cubicBezTo>
                        <a:pt x="134" y="316"/>
                        <a:pt x="138" y="311"/>
                        <a:pt x="138" y="311"/>
                      </a:cubicBezTo>
                      <a:cubicBezTo>
                        <a:pt x="138" y="311"/>
                        <a:pt x="140" y="311"/>
                        <a:pt x="138" y="301"/>
                      </a:cubicBezTo>
                      <a:cubicBezTo>
                        <a:pt x="137" y="291"/>
                        <a:pt x="132" y="292"/>
                        <a:pt x="141" y="281"/>
                      </a:cubicBezTo>
                      <a:cubicBezTo>
                        <a:pt x="149" y="270"/>
                        <a:pt x="157" y="265"/>
                        <a:pt x="157" y="265"/>
                      </a:cubicBezTo>
                      <a:cubicBezTo>
                        <a:pt x="157" y="265"/>
                        <a:pt x="149" y="268"/>
                        <a:pt x="153" y="255"/>
                      </a:cubicBezTo>
                      <a:cubicBezTo>
                        <a:pt x="156" y="243"/>
                        <a:pt x="160" y="237"/>
                        <a:pt x="159" y="235"/>
                      </a:cubicBezTo>
                      <a:cubicBezTo>
                        <a:pt x="159" y="232"/>
                        <a:pt x="158" y="240"/>
                        <a:pt x="160" y="226"/>
                      </a:cubicBezTo>
                      <a:cubicBezTo>
                        <a:pt x="162" y="212"/>
                        <a:pt x="173" y="212"/>
                        <a:pt x="167" y="209"/>
                      </a:cubicBezTo>
                      <a:cubicBezTo>
                        <a:pt x="160" y="205"/>
                        <a:pt x="141" y="209"/>
                        <a:pt x="146" y="199"/>
                      </a:cubicBezTo>
                      <a:cubicBezTo>
                        <a:pt x="152" y="188"/>
                        <a:pt x="148" y="195"/>
                        <a:pt x="152" y="188"/>
                      </a:cubicBezTo>
                      <a:cubicBezTo>
                        <a:pt x="155" y="182"/>
                        <a:pt x="91" y="191"/>
                        <a:pt x="125" y="176"/>
                      </a:cubicBezTo>
                      <a:cubicBezTo>
                        <a:pt x="159" y="162"/>
                        <a:pt x="139" y="154"/>
                        <a:pt x="145" y="148"/>
                      </a:cubicBezTo>
                      <a:cubicBezTo>
                        <a:pt x="152" y="142"/>
                        <a:pt x="138" y="142"/>
                        <a:pt x="139" y="135"/>
                      </a:cubicBezTo>
                      <a:cubicBezTo>
                        <a:pt x="139" y="129"/>
                        <a:pt x="134" y="120"/>
                        <a:pt x="135" y="114"/>
                      </a:cubicBezTo>
                      <a:cubicBezTo>
                        <a:pt x="135" y="108"/>
                        <a:pt x="129" y="114"/>
                        <a:pt x="134" y="103"/>
                      </a:cubicBezTo>
                      <a:cubicBezTo>
                        <a:pt x="140" y="92"/>
                        <a:pt x="131" y="95"/>
                        <a:pt x="135" y="87"/>
                      </a:cubicBezTo>
                      <a:cubicBezTo>
                        <a:pt x="140" y="80"/>
                        <a:pt x="135" y="81"/>
                        <a:pt x="135" y="73"/>
                      </a:cubicBezTo>
                      <a:cubicBezTo>
                        <a:pt x="136" y="65"/>
                        <a:pt x="104" y="59"/>
                        <a:pt x="107" y="55"/>
                      </a:cubicBezTo>
                      <a:cubicBezTo>
                        <a:pt x="109" y="51"/>
                        <a:pt x="105" y="51"/>
                        <a:pt x="107" y="48"/>
                      </a:cubicBezTo>
                      <a:cubicBezTo>
                        <a:pt x="110" y="45"/>
                        <a:pt x="106" y="43"/>
                        <a:pt x="108" y="34"/>
                      </a:cubicBezTo>
                      <a:cubicBezTo>
                        <a:pt x="109" y="25"/>
                        <a:pt x="106" y="25"/>
                        <a:pt x="109" y="15"/>
                      </a:cubicBezTo>
                      <a:cubicBezTo>
                        <a:pt x="111" y="4"/>
                        <a:pt x="111" y="9"/>
                        <a:pt x="111" y="4"/>
                      </a:cubicBezTo>
                      <a:cubicBezTo>
                        <a:pt x="112" y="0"/>
                        <a:pt x="0" y="109"/>
                        <a:pt x="16" y="194"/>
                      </a:cubicBezTo>
                      <a:cubicBezTo>
                        <a:pt x="32" y="280"/>
                        <a:pt x="113" y="349"/>
                        <a:pt x="113" y="3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47" name="Google Shape;1047;p44"/>
              <p:cNvSpPr/>
              <p:nvPr/>
            </p:nvSpPr>
            <p:spPr>
              <a:xfrm rot="8410098">
                <a:off x="1138000" y="1417908"/>
                <a:ext cx="85503" cy="206267"/>
              </a:xfrm>
              <a:custGeom>
                <a:rect b="b" l="l" r="r" t="t"/>
                <a:pathLst>
                  <a:path extrusionOk="0" h="258" w="204">
                    <a:moveTo>
                      <a:pt x="96" y="0"/>
                    </a:moveTo>
                    <a:cubicBezTo>
                      <a:pt x="52" y="0"/>
                      <a:pt x="56" y="56"/>
                      <a:pt x="43" y="121"/>
                    </a:cubicBezTo>
                    <a:cubicBezTo>
                      <a:pt x="29" y="191"/>
                      <a:pt x="0" y="245"/>
                      <a:pt x="59" y="256"/>
                    </a:cubicBezTo>
                    <a:cubicBezTo>
                      <a:pt x="65" y="258"/>
                      <a:pt x="71" y="258"/>
                      <a:pt x="77" y="258"/>
                    </a:cubicBezTo>
                    <a:cubicBezTo>
                      <a:pt x="129" y="258"/>
                      <a:pt x="178" y="213"/>
                      <a:pt x="190" y="150"/>
                    </a:cubicBezTo>
                    <a:cubicBezTo>
                      <a:pt x="204" y="80"/>
                      <a:pt x="168" y="13"/>
                      <a:pt x="109" y="2"/>
                    </a:cubicBezTo>
                    <a:cubicBezTo>
                      <a:pt x="104" y="1"/>
                      <a:pt x="100" y="0"/>
                      <a:pt x="96" y="0"/>
                    </a:cubicBezTo>
                  </a:path>
                </a:pathLst>
              </a:custGeom>
              <a:solidFill>
                <a:srgbClr val="FDF1F7">
                  <a:alpha val="2595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8" name="Google Shape;1048;p44"/>
            <p:cNvGrpSpPr/>
            <p:nvPr/>
          </p:nvGrpSpPr>
          <p:grpSpPr>
            <a:xfrm>
              <a:off x="3214493" y="2815742"/>
              <a:ext cx="847326" cy="1157388"/>
              <a:chOff x="4300293" y="3548992"/>
              <a:chExt cx="847326" cy="1157388"/>
            </a:xfrm>
          </p:grpSpPr>
          <p:sp>
            <p:nvSpPr>
              <p:cNvPr id="1049" name="Google Shape;1049;p44"/>
              <p:cNvSpPr/>
              <p:nvPr/>
            </p:nvSpPr>
            <p:spPr>
              <a:xfrm rot="-1195296">
                <a:off x="4478854" y="3604153"/>
                <a:ext cx="506571" cy="1041134"/>
              </a:xfrm>
              <a:custGeom>
                <a:rect b="b" l="l" r="r" t="t"/>
                <a:pathLst>
                  <a:path extrusionOk="0" h="848" w="413">
                    <a:moveTo>
                      <a:pt x="413" y="794"/>
                    </a:moveTo>
                    <a:cubicBezTo>
                      <a:pt x="413" y="824"/>
                      <a:pt x="389" y="848"/>
                      <a:pt x="359" y="848"/>
                    </a:cubicBezTo>
                    <a:cubicBezTo>
                      <a:pt x="54" y="848"/>
                      <a:pt x="54" y="848"/>
                      <a:pt x="54" y="848"/>
                    </a:cubicBezTo>
                    <a:cubicBezTo>
                      <a:pt x="24" y="848"/>
                      <a:pt x="0" y="824"/>
                      <a:pt x="0" y="794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5"/>
                      <a:pt x="24" y="0"/>
                      <a:pt x="54" y="0"/>
                    </a:cubicBezTo>
                    <a:cubicBezTo>
                      <a:pt x="359" y="0"/>
                      <a:pt x="359" y="0"/>
                      <a:pt x="359" y="0"/>
                    </a:cubicBezTo>
                    <a:cubicBezTo>
                      <a:pt x="389" y="0"/>
                      <a:pt x="413" y="25"/>
                      <a:pt x="413" y="55"/>
                    </a:cubicBezTo>
                    <a:lnTo>
                      <a:pt x="413" y="79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44"/>
              <p:cNvSpPr/>
              <p:nvPr/>
            </p:nvSpPr>
            <p:spPr>
              <a:xfrm rot="-1195296">
                <a:off x="4462461" y="3609936"/>
                <a:ext cx="507442" cy="1041134"/>
              </a:xfrm>
              <a:custGeom>
                <a:rect b="b" l="l" r="r" t="t"/>
                <a:pathLst>
                  <a:path extrusionOk="0" h="848" w="414">
                    <a:moveTo>
                      <a:pt x="414" y="794"/>
                    </a:moveTo>
                    <a:cubicBezTo>
                      <a:pt x="414" y="824"/>
                      <a:pt x="389" y="848"/>
                      <a:pt x="359" y="848"/>
                    </a:cubicBezTo>
                    <a:cubicBezTo>
                      <a:pt x="55" y="848"/>
                      <a:pt x="55" y="848"/>
                      <a:pt x="55" y="848"/>
                    </a:cubicBezTo>
                    <a:cubicBezTo>
                      <a:pt x="25" y="848"/>
                      <a:pt x="0" y="824"/>
                      <a:pt x="0" y="794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5"/>
                      <a:pt x="25" y="0"/>
                      <a:pt x="55" y="0"/>
                    </a:cubicBezTo>
                    <a:cubicBezTo>
                      <a:pt x="359" y="0"/>
                      <a:pt x="359" y="0"/>
                      <a:pt x="359" y="0"/>
                    </a:cubicBezTo>
                    <a:cubicBezTo>
                      <a:pt x="389" y="0"/>
                      <a:pt x="414" y="25"/>
                      <a:pt x="414" y="55"/>
                    </a:cubicBezTo>
                    <a:lnTo>
                      <a:pt x="414" y="7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44"/>
              <p:cNvSpPr/>
              <p:nvPr/>
            </p:nvSpPr>
            <p:spPr>
              <a:xfrm rot="-1195296">
                <a:off x="4392549" y="3727026"/>
                <a:ext cx="151450" cy="151469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44"/>
              <p:cNvSpPr/>
              <p:nvPr/>
            </p:nvSpPr>
            <p:spPr>
              <a:xfrm rot="-1195296">
                <a:off x="4381522" y="3721633"/>
                <a:ext cx="15232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44"/>
              <p:cNvSpPr/>
              <p:nvPr/>
            </p:nvSpPr>
            <p:spPr>
              <a:xfrm rot="-1195296">
                <a:off x="4415345" y="3755757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44"/>
              <p:cNvSpPr/>
              <p:nvPr/>
            </p:nvSpPr>
            <p:spPr>
              <a:xfrm rot="-1195296">
                <a:off x="4629041" y="3641316"/>
                <a:ext cx="151450" cy="151469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44"/>
              <p:cNvSpPr/>
              <p:nvPr/>
            </p:nvSpPr>
            <p:spPr>
              <a:xfrm rot="-1195296">
                <a:off x="4618041" y="3636071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44"/>
              <p:cNvSpPr/>
              <p:nvPr/>
            </p:nvSpPr>
            <p:spPr>
              <a:xfrm rot="-1195296">
                <a:off x="4651838" y="3670047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44"/>
              <p:cNvSpPr/>
              <p:nvPr/>
            </p:nvSpPr>
            <p:spPr>
              <a:xfrm rot="-1195293">
                <a:off x="4460316" y="3913604"/>
                <a:ext cx="151449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44"/>
              <p:cNvSpPr/>
              <p:nvPr/>
            </p:nvSpPr>
            <p:spPr>
              <a:xfrm rot="-1195296">
                <a:off x="4449141" y="3908236"/>
                <a:ext cx="15232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44"/>
              <p:cNvSpPr/>
              <p:nvPr/>
            </p:nvSpPr>
            <p:spPr>
              <a:xfrm rot="-1195296">
                <a:off x="4483261" y="3943179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44"/>
              <p:cNvSpPr/>
              <p:nvPr/>
            </p:nvSpPr>
            <p:spPr>
              <a:xfrm rot="-1195296">
                <a:off x="4696808" y="3827894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44"/>
              <p:cNvSpPr/>
              <p:nvPr/>
            </p:nvSpPr>
            <p:spPr>
              <a:xfrm rot="-1195296">
                <a:off x="4685659" y="3822674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44"/>
              <p:cNvSpPr/>
              <p:nvPr/>
            </p:nvSpPr>
            <p:spPr>
              <a:xfrm rot="-1195296">
                <a:off x="4719753" y="3857470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44"/>
              <p:cNvSpPr/>
              <p:nvPr/>
            </p:nvSpPr>
            <p:spPr>
              <a:xfrm rot="-1195296">
                <a:off x="4527934" y="4100207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44"/>
              <p:cNvSpPr/>
              <p:nvPr/>
            </p:nvSpPr>
            <p:spPr>
              <a:xfrm rot="-1195296">
                <a:off x="4516908" y="4095684"/>
                <a:ext cx="152320" cy="151469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44"/>
              <p:cNvSpPr/>
              <p:nvPr/>
            </p:nvSpPr>
            <p:spPr>
              <a:xfrm rot="-1195296">
                <a:off x="4550879" y="4129783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44"/>
              <p:cNvSpPr/>
              <p:nvPr/>
            </p:nvSpPr>
            <p:spPr>
              <a:xfrm rot="-1195296">
                <a:off x="4764427" y="4014497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44"/>
              <p:cNvSpPr/>
              <p:nvPr/>
            </p:nvSpPr>
            <p:spPr>
              <a:xfrm rot="-1195296">
                <a:off x="4753426" y="4010123"/>
                <a:ext cx="151450" cy="151469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44"/>
              <p:cNvSpPr/>
              <p:nvPr/>
            </p:nvSpPr>
            <p:spPr>
              <a:xfrm rot="-1195296">
                <a:off x="4787372" y="4044073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44"/>
              <p:cNvSpPr/>
              <p:nvPr/>
            </p:nvSpPr>
            <p:spPr>
              <a:xfrm rot="-1195296">
                <a:off x="4595553" y="4285940"/>
                <a:ext cx="151450" cy="154081"/>
              </a:xfrm>
              <a:custGeom>
                <a:rect b="b" l="l" r="r" t="t"/>
                <a:pathLst>
                  <a:path extrusionOk="0" h="125" w="124">
                    <a:moveTo>
                      <a:pt x="102" y="103"/>
                    </a:moveTo>
                    <a:cubicBezTo>
                      <a:pt x="80" y="125"/>
                      <a:pt x="44" y="125"/>
                      <a:pt x="22" y="103"/>
                    </a:cubicBezTo>
                    <a:cubicBezTo>
                      <a:pt x="0" y="81"/>
                      <a:pt x="0" y="45"/>
                      <a:pt x="22" y="23"/>
                    </a:cubicBezTo>
                    <a:cubicBezTo>
                      <a:pt x="44" y="0"/>
                      <a:pt x="80" y="0"/>
                      <a:pt x="102" y="23"/>
                    </a:cubicBezTo>
                    <a:cubicBezTo>
                      <a:pt x="124" y="45"/>
                      <a:pt x="124" y="81"/>
                      <a:pt x="102" y="1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44"/>
              <p:cNvSpPr/>
              <p:nvPr/>
            </p:nvSpPr>
            <p:spPr>
              <a:xfrm rot="-1195296">
                <a:off x="4584675" y="4282262"/>
                <a:ext cx="15232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44"/>
              <p:cNvSpPr/>
              <p:nvPr/>
            </p:nvSpPr>
            <p:spPr>
              <a:xfrm rot="-1195296">
                <a:off x="4618498" y="4316386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44"/>
              <p:cNvSpPr/>
              <p:nvPr/>
            </p:nvSpPr>
            <p:spPr>
              <a:xfrm rot="-1195296">
                <a:off x="4832046" y="4200230"/>
                <a:ext cx="151450" cy="154081"/>
              </a:xfrm>
              <a:custGeom>
                <a:rect b="b" l="l" r="r" t="t"/>
                <a:pathLst>
                  <a:path extrusionOk="0" h="125" w="124">
                    <a:moveTo>
                      <a:pt x="102" y="103"/>
                    </a:moveTo>
                    <a:cubicBezTo>
                      <a:pt x="80" y="125"/>
                      <a:pt x="44" y="125"/>
                      <a:pt x="22" y="103"/>
                    </a:cubicBezTo>
                    <a:cubicBezTo>
                      <a:pt x="0" y="81"/>
                      <a:pt x="0" y="45"/>
                      <a:pt x="22" y="23"/>
                    </a:cubicBezTo>
                    <a:cubicBezTo>
                      <a:pt x="44" y="0"/>
                      <a:pt x="80" y="0"/>
                      <a:pt x="102" y="23"/>
                    </a:cubicBezTo>
                    <a:cubicBezTo>
                      <a:pt x="124" y="45"/>
                      <a:pt x="124" y="81"/>
                      <a:pt x="102" y="1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44"/>
              <p:cNvSpPr/>
              <p:nvPr/>
            </p:nvSpPr>
            <p:spPr>
              <a:xfrm rot="-1195296">
                <a:off x="4821193" y="4196700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44"/>
              <p:cNvSpPr/>
              <p:nvPr/>
            </p:nvSpPr>
            <p:spPr>
              <a:xfrm rot="-1195296">
                <a:off x="4854990" y="4230677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44"/>
              <p:cNvSpPr/>
              <p:nvPr/>
            </p:nvSpPr>
            <p:spPr>
              <a:xfrm rot="-1195296">
                <a:off x="4663320" y="4473388"/>
                <a:ext cx="151450" cy="153211"/>
              </a:xfrm>
              <a:custGeom>
                <a:rect b="b" l="l" r="r" t="t"/>
                <a:pathLst>
                  <a:path extrusionOk="0" h="125" w="124">
                    <a:moveTo>
                      <a:pt x="102" y="103"/>
                    </a:moveTo>
                    <a:cubicBezTo>
                      <a:pt x="80" y="125"/>
                      <a:pt x="44" y="125"/>
                      <a:pt x="22" y="103"/>
                    </a:cubicBezTo>
                    <a:cubicBezTo>
                      <a:pt x="0" y="80"/>
                      <a:pt x="0" y="45"/>
                      <a:pt x="22" y="23"/>
                    </a:cubicBezTo>
                    <a:cubicBezTo>
                      <a:pt x="44" y="0"/>
                      <a:pt x="80" y="0"/>
                      <a:pt x="102" y="23"/>
                    </a:cubicBezTo>
                    <a:cubicBezTo>
                      <a:pt x="124" y="45"/>
                      <a:pt x="124" y="80"/>
                      <a:pt x="102" y="1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4"/>
              <p:cNvSpPr/>
              <p:nvPr/>
            </p:nvSpPr>
            <p:spPr>
              <a:xfrm rot="-1195296">
                <a:off x="4652293" y="4468866"/>
                <a:ext cx="15232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44"/>
              <p:cNvSpPr/>
              <p:nvPr/>
            </p:nvSpPr>
            <p:spPr>
              <a:xfrm rot="-1195296">
                <a:off x="4686414" y="4503808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44"/>
              <p:cNvSpPr/>
              <p:nvPr/>
            </p:nvSpPr>
            <p:spPr>
              <a:xfrm rot="-1195296">
                <a:off x="4899813" y="4387678"/>
                <a:ext cx="151450" cy="153211"/>
              </a:xfrm>
              <a:custGeom>
                <a:rect b="b" l="l" r="r" t="t"/>
                <a:pathLst>
                  <a:path extrusionOk="0" h="125" w="124">
                    <a:moveTo>
                      <a:pt x="102" y="103"/>
                    </a:moveTo>
                    <a:cubicBezTo>
                      <a:pt x="80" y="125"/>
                      <a:pt x="44" y="125"/>
                      <a:pt x="22" y="103"/>
                    </a:cubicBezTo>
                    <a:cubicBezTo>
                      <a:pt x="0" y="80"/>
                      <a:pt x="0" y="45"/>
                      <a:pt x="22" y="23"/>
                    </a:cubicBezTo>
                    <a:cubicBezTo>
                      <a:pt x="44" y="0"/>
                      <a:pt x="80" y="0"/>
                      <a:pt x="102" y="23"/>
                    </a:cubicBezTo>
                    <a:cubicBezTo>
                      <a:pt x="124" y="45"/>
                      <a:pt x="124" y="80"/>
                      <a:pt x="102" y="10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44"/>
              <p:cNvSpPr/>
              <p:nvPr/>
            </p:nvSpPr>
            <p:spPr>
              <a:xfrm rot="-1195296">
                <a:off x="4888812" y="4383304"/>
                <a:ext cx="151450" cy="152340"/>
              </a:xfrm>
              <a:custGeom>
                <a:rect b="b" l="l" r="r" t="t"/>
                <a:pathLst>
                  <a:path extrusionOk="0" h="124" w="124">
                    <a:moveTo>
                      <a:pt x="102" y="102"/>
                    </a:moveTo>
                    <a:cubicBezTo>
                      <a:pt x="80" y="124"/>
                      <a:pt x="44" y="124"/>
                      <a:pt x="22" y="102"/>
                    </a:cubicBezTo>
                    <a:cubicBezTo>
                      <a:pt x="0" y="80"/>
                      <a:pt x="0" y="44"/>
                      <a:pt x="22" y="22"/>
                    </a:cubicBezTo>
                    <a:cubicBezTo>
                      <a:pt x="44" y="0"/>
                      <a:pt x="80" y="0"/>
                      <a:pt x="102" y="22"/>
                    </a:cubicBezTo>
                    <a:cubicBezTo>
                      <a:pt x="124" y="44"/>
                      <a:pt x="124" y="80"/>
                      <a:pt x="102" y="1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44"/>
              <p:cNvSpPr/>
              <p:nvPr/>
            </p:nvSpPr>
            <p:spPr>
              <a:xfrm rot="-1195296">
                <a:off x="4922906" y="4418099"/>
                <a:ext cx="83558" cy="83570"/>
              </a:xfrm>
              <a:custGeom>
                <a:rect b="b" l="l" r="r" t="t"/>
                <a:pathLst>
                  <a:path extrusionOk="0" h="68" w="68">
                    <a:moveTo>
                      <a:pt x="3" y="67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2"/>
                      <a:pt x="1" y="60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2" y="0"/>
                      <a:pt x="64" y="0"/>
                      <a:pt x="65" y="1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8" y="4"/>
                      <a:pt x="68" y="6"/>
                      <a:pt x="67" y="8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6" y="68"/>
                      <a:pt x="4" y="68"/>
                      <a:pt x="3" y="67"/>
                    </a:cubicBezTo>
                    <a:close/>
                  </a:path>
                </a:pathLst>
              </a:custGeom>
              <a:solidFill>
                <a:srgbClr val="ED6892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44"/>
              <p:cNvSpPr/>
              <p:nvPr/>
            </p:nvSpPr>
            <p:spPr>
              <a:xfrm rot="-1195296">
                <a:off x="4709081" y="3629035"/>
                <a:ext cx="14797" cy="1004573"/>
              </a:xfrm>
              <a:custGeom>
                <a:rect b="b" l="l" r="r" t="t"/>
                <a:pathLst>
                  <a:path extrusionOk="0" h="819" w="12">
                    <a:moveTo>
                      <a:pt x="0" y="7"/>
                    </a:moveTo>
                    <a:cubicBezTo>
                      <a:pt x="0" y="14"/>
                      <a:pt x="0" y="22"/>
                      <a:pt x="0" y="29"/>
                    </a:cubicBezTo>
                    <a:cubicBezTo>
                      <a:pt x="0" y="48"/>
                      <a:pt x="0" y="68"/>
                      <a:pt x="0" y="87"/>
                    </a:cubicBezTo>
                    <a:cubicBezTo>
                      <a:pt x="0" y="116"/>
                      <a:pt x="0" y="145"/>
                      <a:pt x="0" y="174"/>
                    </a:cubicBezTo>
                    <a:cubicBezTo>
                      <a:pt x="0" y="209"/>
                      <a:pt x="0" y="244"/>
                      <a:pt x="0" y="279"/>
                    </a:cubicBezTo>
                    <a:cubicBezTo>
                      <a:pt x="0" y="318"/>
                      <a:pt x="0" y="356"/>
                      <a:pt x="0" y="395"/>
                    </a:cubicBezTo>
                    <a:cubicBezTo>
                      <a:pt x="0" y="434"/>
                      <a:pt x="0" y="473"/>
                      <a:pt x="0" y="512"/>
                    </a:cubicBezTo>
                    <a:cubicBezTo>
                      <a:pt x="0" y="548"/>
                      <a:pt x="0" y="584"/>
                      <a:pt x="0" y="620"/>
                    </a:cubicBezTo>
                    <a:cubicBezTo>
                      <a:pt x="0" y="651"/>
                      <a:pt x="0" y="682"/>
                      <a:pt x="0" y="713"/>
                    </a:cubicBezTo>
                    <a:cubicBezTo>
                      <a:pt x="0" y="735"/>
                      <a:pt x="0" y="757"/>
                      <a:pt x="0" y="779"/>
                    </a:cubicBezTo>
                    <a:cubicBezTo>
                      <a:pt x="0" y="789"/>
                      <a:pt x="0" y="799"/>
                      <a:pt x="0" y="810"/>
                    </a:cubicBezTo>
                    <a:cubicBezTo>
                      <a:pt x="0" y="810"/>
                      <a:pt x="0" y="811"/>
                      <a:pt x="0" y="811"/>
                    </a:cubicBezTo>
                    <a:cubicBezTo>
                      <a:pt x="0" y="819"/>
                      <a:pt x="12" y="819"/>
                      <a:pt x="12" y="811"/>
                    </a:cubicBezTo>
                    <a:cubicBezTo>
                      <a:pt x="12" y="804"/>
                      <a:pt x="12" y="797"/>
                      <a:pt x="12" y="790"/>
                    </a:cubicBezTo>
                    <a:cubicBezTo>
                      <a:pt x="12" y="770"/>
                      <a:pt x="12" y="751"/>
                      <a:pt x="12" y="731"/>
                    </a:cubicBezTo>
                    <a:cubicBezTo>
                      <a:pt x="12" y="702"/>
                      <a:pt x="12" y="674"/>
                      <a:pt x="12" y="645"/>
                    </a:cubicBezTo>
                    <a:cubicBezTo>
                      <a:pt x="12" y="610"/>
                      <a:pt x="12" y="575"/>
                      <a:pt x="12" y="539"/>
                    </a:cubicBezTo>
                    <a:cubicBezTo>
                      <a:pt x="12" y="501"/>
                      <a:pt x="12" y="462"/>
                      <a:pt x="12" y="423"/>
                    </a:cubicBezTo>
                    <a:cubicBezTo>
                      <a:pt x="12" y="385"/>
                      <a:pt x="12" y="346"/>
                      <a:pt x="12" y="307"/>
                    </a:cubicBezTo>
                    <a:cubicBezTo>
                      <a:pt x="12" y="271"/>
                      <a:pt x="12" y="235"/>
                      <a:pt x="12" y="198"/>
                    </a:cubicBezTo>
                    <a:cubicBezTo>
                      <a:pt x="12" y="168"/>
                      <a:pt x="12" y="137"/>
                      <a:pt x="12" y="106"/>
                    </a:cubicBezTo>
                    <a:cubicBezTo>
                      <a:pt x="12" y="84"/>
                      <a:pt x="12" y="62"/>
                      <a:pt x="12" y="40"/>
                    </a:cubicBezTo>
                    <a:cubicBezTo>
                      <a:pt x="12" y="30"/>
                      <a:pt x="12" y="19"/>
                      <a:pt x="12" y="9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12" y="0"/>
                      <a:pt x="0" y="0"/>
                      <a:pt x="0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2" name="Google Shape;1082;p44"/>
          <p:cNvSpPr/>
          <p:nvPr/>
        </p:nvSpPr>
        <p:spPr>
          <a:xfrm>
            <a:off x="4870575" y="2243388"/>
            <a:ext cx="385200" cy="154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diatric Acute Kidney Injury Breakthrough by Slidesgo">
  <a:themeElements>
    <a:clrScheme name="Simple Light">
      <a:dk1>
        <a:srgbClr val="753563"/>
      </a:dk1>
      <a:lt1>
        <a:srgbClr val="F0326D"/>
      </a:lt1>
      <a:dk2>
        <a:srgbClr val="FFFFFF"/>
      </a:dk2>
      <a:lt2>
        <a:srgbClr val="FAE7F0"/>
      </a:lt2>
      <a:accent1>
        <a:srgbClr val="FAB2C9"/>
      </a:accent1>
      <a:accent2>
        <a:srgbClr val="ED6892"/>
      </a:accent2>
      <a:accent3>
        <a:srgbClr val="FA9661"/>
      </a:accent3>
      <a:accent4>
        <a:srgbClr val="FFCC5C"/>
      </a:accent4>
      <a:accent5>
        <a:srgbClr val="A5477D"/>
      </a:accent5>
      <a:accent6>
        <a:srgbClr val="FFFFFF"/>
      </a:accent6>
      <a:hlink>
        <a:srgbClr val="7535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